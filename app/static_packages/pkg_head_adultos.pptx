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1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3E30"/>
    <a:srgbClr val="000D26"/>
    <a:srgbClr val="FF0000"/>
    <a:srgbClr val="CC3300"/>
    <a:srgbClr val="D15447"/>
    <a:srgbClr val="954ECA"/>
    <a:srgbClr val="A836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2CBDC3-DBD1-42DB-AF17-894C9E9CE6A8}" v="32" dt="2026-06-23T19:35:09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4" d="100"/>
          <a:sy n="74" d="100"/>
        </p:scale>
        <p:origin x="336" y="56"/>
      </p:cViewPr>
      <p:guideLst>
        <p:guide orient="horz" pos="2251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undo custSel addSld delSld modSld delMainMaster modMainMaster">
      <pc:chgData name="Erberson Pinheiro" userId="c7a5b9113d4dffce" providerId="LiveId" clId="{D768A21E-9D35-4B36-9BFE-D44E2A829648}" dt="2026-06-24T03:05:20.529" v="445"/>
      <pc:docMkLst>
        <pc:docMk/>
      </pc:docMkLst>
      <pc:sldChg chg="addSp delSp modSp mod">
        <pc:chgData name="Erberson Pinheiro" userId="c7a5b9113d4dffce" providerId="LiveId" clId="{D768A21E-9D35-4B36-9BFE-D44E2A829648}" dt="2026-06-24T03:05:20.529" v="445"/>
        <pc:sldMkLst>
          <pc:docMk/>
          <pc:sldMk cId="41789574" sldId="1956"/>
        </pc:sldMkLst>
        <pc:picChg chg="del">
          <ac:chgData name="Erberson Pinheiro" userId="c7a5b9113d4dffce" providerId="LiveId" clId="{D768A21E-9D35-4B36-9BFE-D44E2A829648}" dt="2026-06-24T03:03:53.196" v="438" actId="478"/>
          <ac:picMkLst>
            <pc:docMk/>
            <pc:sldMk cId="41789574" sldId="1956"/>
            <ac:picMk id="3" creationId="{96594A67-31D5-1977-C5B2-449D774573C6}"/>
          </ac:picMkLst>
        </pc:picChg>
        <pc:picChg chg="add del">
          <ac:chgData name="Erberson Pinheiro" userId="c7a5b9113d4dffce" providerId="LiveId" clId="{D768A21E-9D35-4B36-9BFE-D44E2A829648}" dt="2026-06-24T03:03:55.020" v="439" actId="478"/>
          <ac:picMkLst>
            <pc:docMk/>
            <pc:sldMk cId="41789574" sldId="1956"/>
            <ac:picMk id="4" creationId="{8FC650AB-B04D-E323-4D8B-294A528CEEE3}"/>
          </ac:picMkLst>
        </pc:picChg>
        <pc:picChg chg="add del mod">
          <ac:chgData name="Erberson Pinheiro" userId="c7a5b9113d4dffce" providerId="LiveId" clId="{D768A21E-9D35-4B36-9BFE-D44E2A829648}" dt="2026-06-24T03:04:20.685" v="443" actId="478"/>
          <ac:picMkLst>
            <pc:docMk/>
            <pc:sldMk cId="41789574" sldId="1956"/>
            <ac:picMk id="6" creationId="{3AC01887-C133-2650-7BAB-6C890D7BCF2C}"/>
          </ac:picMkLst>
        </pc:picChg>
        <pc:picChg chg="add mod">
          <ac:chgData name="Erberson Pinheiro" userId="c7a5b9113d4dffce" providerId="LiveId" clId="{D768A21E-9D35-4B36-9BFE-D44E2A829648}" dt="2026-06-24T03:05:20.529" v="445"/>
          <ac:picMkLst>
            <pc:docMk/>
            <pc:sldMk cId="41789574" sldId="1956"/>
            <ac:picMk id="9" creationId="{3A35C780-302F-E77E-A060-1A7430E4088A}"/>
          </ac:picMkLst>
        </pc:picChg>
      </pc:sldChg>
      <pc:sldChg chg="addSp delSp modSp mod">
        <pc:chgData name="Erberson Pinheiro" userId="c7a5b9113d4dffce" providerId="LiveId" clId="{D768A21E-9D35-4B36-9BFE-D44E2A829648}" dt="2026-06-24T02:59:27.883" v="436" actId="14100"/>
        <pc:sldMkLst>
          <pc:docMk/>
          <pc:sldMk cId="1426688445" sldId="3380"/>
        </pc:sldMkLst>
        <pc:spChg chg="add del">
          <ac:chgData name="Erberson Pinheiro" userId="c7a5b9113d4dffce" providerId="LiveId" clId="{D768A21E-9D35-4B36-9BFE-D44E2A829648}" dt="2026-06-24T02:58:35.206" v="432" actId="478"/>
          <ac:spMkLst>
            <pc:docMk/>
            <pc:sldMk cId="1426688445" sldId="3380"/>
            <ac:spMk id="8" creationId="{145587C2-EA0B-22BD-33F2-CF6C45485642}"/>
          </ac:spMkLst>
        </pc:spChg>
        <pc:picChg chg="add del">
          <ac:chgData name="Erberson Pinheiro" userId="c7a5b9113d4dffce" providerId="LiveId" clId="{D768A21E-9D35-4B36-9BFE-D44E2A829648}" dt="2026-06-24T02:49:55.180" v="426" actId="478"/>
          <ac:picMkLst>
            <pc:docMk/>
            <pc:sldMk cId="1426688445" sldId="3380"/>
            <ac:picMk id="2" creationId="{D4E4D330-25C5-D3B7-7DA3-E71145DE643C}"/>
          </ac:picMkLst>
        </pc:picChg>
        <pc:picChg chg="del">
          <ac:chgData name="Erberson Pinheiro" userId="c7a5b9113d4dffce" providerId="LiveId" clId="{D768A21E-9D35-4B36-9BFE-D44E2A829648}" dt="2026-06-24T02:58:24.292" v="429" actId="478"/>
          <ac:picMkLst>
            <pc:docMk/>
            <pc:sldMk cId="1426688445" sldId="3380"/>
            <ac:picMk id="3" creationId="{54A40F75-8322-45C2-973A-2CB4A67BFCC4}"/>
          </ac:picMkLst>
        </pc:picChg>
        <pc:picChg chg="add del">
          <ac:chgData name="Erberson Pinheiro" userId="c7a5b9113d4dffce" providerId="LiveId" clId="{D768A21E-9D35-4B36-9BFE-D44E2A829648}" dt="2026-06-24T02:53:56.726" v="428" actId="478"/>
          <ac:picMkLst>
            <pc:docMk/>
            <pc:sldMk cId="1426688445" sldId="3380"/>
            <ac:picMk id="5" creationId="{B4E2860A-CB95-D9E8-1122-1CF89B639342}"/>
          </ac:picMkLst>
        </pc:picChg>
        <pc:picChg chg="add mod">
          <ac:chgData name="Erberson Pinheiro" userId="c7a5b9113d4dffce" providerId="LiveId" clId="{D768A21E-9D35-4B36-9BFE-D44E2A829648}" dt="2026-06-24T02:59:27.883" v="436" actId="14100"/>
          <ac:picMkLst>
            <pc:docMk/>
            <pc:sldMk cId="1426688445" sldId="3380"/>
            <ac:picMk id="7" creationId="{49C8127A-E991-581B-DA81-679B1479FE4F}"/>
          </ac:picMkLst>
        </pc:picChg>
      </pc:sldChg>
      <pc:sldChg chg="modSp">
        <pc:chgData name="Erberson Pinheiro" userId="c7a5b9113d4dffce" providerId="LiveId" clId="{D768A21E-9D35-4B36-9BFE-D44E2A829648}" dt="2026-06-23T19:06:19.628" v="392" actId="20577"/>
        <pc:sldMkLst>
          <pc:docMk/>
          <pc:sldMk cId="2335161354" sldId="3383"/>
        </pc:sldMkLst>
        <pc:spChg chg="mod">
          <ac:chgData name="Erberson Pinheiro" userId="c7a5b9113d4dffce" providerId="LiveId" clId="{D768A21E-9D35-4B36-9BFE-D44E2A829648}" dt="2026-06-23T19:06:14.993" v="388" actId="20577"/>
          <ac:spMkLst>
            <pc:docMk/>
            <pc:sldMk cId="2335161354" sldId="3383"/>
            <ac:spMk id="3" creationId="{29B88601-D8A7-B385-2004-3DD5E81D3FFC}"/>
          </ac:spMkLst>
        </pc:spChg>
        <pc:spChg chg="mod">
          <ac:chgData name="Erberson Pinheiro" userId="c7a5b9113d4dffce" providerId="LiveId" clId="{D768A21E-9D35-4B36-9BFE-D44E2A829648}" dt="2026-06-23T19:06:19.628" v="392" actId="20577"/>
          <ac:spMkLst>
            <pc:docMk/>
            <pc:sldMk cId="2335161354" sldId="3383"/>
            <ac:spMk id="4" creationId="{0356D94D-BA1E-9F1F-F1C6-DEF913926AAB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834030131" sldId="338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763862651" sldId="339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763862651" sldId="339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615080766" sldId="3391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186966092" sldId="339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538152472" sldId="339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538152472" sldId="339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23901828" sldId="339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23901828" sldId="339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822230432" sldId="339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822230432" sldId="339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720081046" sldId="3396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755950937" sldId="339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755950937" sldId="339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72522839" sldId="3398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807829440" sldId="3399"/>
        </pc:sldMkLst>
      </pc:sldChg>
      <pc:sldChg chg="modSp mod modClrScheme chgLayout">
        <pc:chgData name="Erberson Pinheiro" userId="c7a5b9113d4dffce" providerId="LiveId" clId="{D768A21E-9D35-4B36-9BFE-D44E2A829648}" dt="2026-06-23T19:07:22.009" v="397" actId="20577"/>
        <pc:sldMkLst>
          <pc:docMk/>
          <pc:sldMk cId="3890475769" sldId="3400"/>
        </pc:sldMkLst>
        <pc:spChg chg="mod">
          <ac:chgData name="Erberson Pinheiro" userId="c7a5b9113d4dffce" providerId="LiveId" clId="{D768A21E-9D35-4B36-9BFE-D44E2A829648}" dt="2026-06-23T19:07:22.009" v="397" actId="20577"/>
          <ac:spMkLst>
            <pc:docMk/>
            <pc:sldMk cId="3890475769" sldId="3400"/>
            <ac:spMk id="3" creationId="{29B88601-D8A7-B385-2004-3DD5E81D3FFC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30745569" sldId="340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30745569" sldId="340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256148715" sldId="340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256148715" sldId="340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96544313" sldId="340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96544313" sldId="340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610923448" sldId="3404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336280217" sldId="340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336280217" sldId="340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175869433" sldId="3406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687694389" sldId="3407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551418491" sldId="340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551418491" sldId="340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173612262" sldId="340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173612262" sldId="340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33460482" sldId="341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33460482" sldId="341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88818257" sldId="341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88818257" sldId="341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7:50.053" v="399" actId="20577"/>
        <pc:sldMkLst>
          <pc:docMk/>
          <pc:sldMk cId="2664892747" sldId="3412"/>
        </pc:sldMkLst>
        <pc:spChg chg="mod">
          <ac:chgData name="Erberson Pinheiro" userId="c7a5b9113d4dffce" providerId="LiveId" clId="{D768A21E-9D35-4B36-9BFE-D44E2A829648}" dt="2026-06-23T19:07:50.053" v="399" actId="20577"/>
          <ac:spMkLst>
            <pc:docMk/>
            <pc:sldMk cId="2664892747" sldId="3412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792642468" sldId="3413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07022249" sldId="341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07022249" sldId="341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16366330" sldId="341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16366330" sldId="3415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186445730" sldId="341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186445730" sldId="3416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534914030" sldId="3417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08703444" sldId="341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08703444" sldId="341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8:12.807" v="403" actId="20577"/>
        <pc:sldMkLst>
          <pc:docMk/>
          <pc:sldMk cId="336917780" sldId="3419"/>
        </pc:sldMkLst>
        <pc:spChg chg="mod">
          <ac:chgData name="Erberson Pinheiro" userId="c7a5b9113d4dffce" providerId="LiveId" clId="{D768A21E-9D35-4B36-9BFE-D44E2A829648}" dt="2026-06-23T19:08:12.807" v="403" actId="20577"/>
          <ac:spMkLst>
            <pc:docMk/>
            <pc:sldMk cId="336917780" sldId="3419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987621243" sldId="3420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616580576" sldId="342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616580576" sldId="342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68951956" sldId="342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68951956" sldId="3422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69733835" sldId="342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69733835" sldId="3423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575447747" sldId="3424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71521625" sldId="342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71521625" sldId="342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82210145" sldId="3426"/>
        </pc:sldMkLst>
      </pc:sldChg>
      <pc:sldChg chg="modSp mod modClrScheme chgLayout">
        <pc:chgData name="Erberson Pinheiro" userId="c7a5b9113d4dffce" providerId="LiveId" clId="{D768A21E-9D35-4B36-9BFE-D44E2A829648}" dt="2026-06-23T19:08:59.101" v="411" actId="14100"/>
        <pc:sldMkLst>
          <pc:docMk/>
          <pc:sldMk cId="3419483906" sldId="3427"/>
        </pc:sldMkLst>
        <pc:spChg chg="mod">
          <ac:chgData name="Erberson Pinheiro" userId="c7a5b9113d4dffce" providerId="LiveId" clId="{D768A21E-9D35-4B36-9BFE-D44E2A829648}" dt="2026-06-23T19:08:53.476" v="409" actId="20577"/>
          <ac:spMkLst>
            <pc:docMk/>
            <pc:sldMk cId="3419483906" sldId="3427"/>
            <ac:spMk id="7" creationId="{5EF968C8-4037-1169-8562-F7B71D153ACC}"/>
          </ac:spMkLst>
        </pc:spChg>
        <pc:picChg chg="mod">
          <ac:chgData name="Erberson Pinheiro" userId="c7a5b9113d4dffce" providerId="LiveId" clId="{D768A21E-9D35-4B36-9BFE-D44E2A829648}" dt="2026-06-23T19:08:59.101" v="411" actId="14100"/>
          <ac:picMkLst>
            <pc:docMk/>
            <pc:sldMk cId="3419483906" sldId="3427"/>
            <ac:picMk id="5" creationId="{A75FD03D-AC45-AD5D-70BF-75501EAE7839}"/>
          </ac:picMkLst>
        </pc:pic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52794531" sldId="342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52794531" sldId="342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957917737" sldId="342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957917737" sldId="342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722465416" sldId="343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722465416" sldId="343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077635571" sldId="3431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24555252" sldId="343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24555252" sldId="343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013078286" sldId="3433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27475430" sldId="3434"/>
        </pc:sldMkLst>
      </pc:sldChg>
      <pc:sldChg chg="modSp mod modClrScheme chgLayout">
        <pc:chgData name="Erberson Pinheiro" userId="c7a5b9113d4dffce" providerId="LiveId" clId="{D768A21E-9D35-4B36-9BFE-D44E2A829648}" dt="2026-06-23T19:33:05.644" v="415" actId="20577"/>
        <pc:sldMkLst>
          <pc:docMk/>
          <pc:sldMk cId="3741985215" sldId="3435"/>
        </pc:sldMkLst>
        <pc:spChg chg="mod">
          <ac:chgData name="Erberson Pinheiro" userId="c7a5b9113d4dffce" providerId="LiveId" clId="{D768A21E-9D35-4B36-9BFE-D44E2A829648}" dt="2026-06-23T19:33:05.644" v="415" actId="20577"/>
          <ac:spMkLst>
            <pc:docMk/>
            <pc:sldMk cId="3741985215" sldId="3435"/>
            <ac:spMk id="3" creationId="{29B88601-D8A7-B385-2004-3DD5E81D3FFC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934845563" sldId="343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934845563" sldId="343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68744313" sldId="343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68744313" sldId="343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928026179" sldId="343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928026179" sldId="343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1614315" sldId="343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46271501" sldId="344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46271501" sldId="344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33:19.784" v="419" actId="20577"/>
        <pc:sldMkLst>
          <pc:docMk/>
          <pc:sldMk cId="531289285" sldId="3441"/>
        </pc:sldMkLst>
        <pc:spChg chg="mod">
          <ac:chgData name="Erberson Pinheiro" userId="c7a5b9113d4dffce" providerId="LiveId" clId="{D768A21E-9D35-4B36-9BFE-D44E2A829648}" dt="2026-06-23T19:33:19.784" v="419" actId="20577"/>
          <ac:spMkLst>
            <pc:docMk/>
            <pc:sldMk cId="531289285" sldId="3441"/>
            <ac:spMk id="3" creationId="{29B88601-D8A7-B385-2004-3DD5E81D3FFC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951164766" sldId="344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38770417" sldId="344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38770417" sldId="344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98643823" sldId="344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98643823" sldId="344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096796780" sldId="344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096796780" sldId="344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394957126" sldId="3446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14418948" sldId="344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14418948" sldId="3447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716417826" sldId="3448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3174670" sldId="344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151957562" sldId="345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151957562" sldId="3450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76267498" sldId="3451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76267498" sldId="3451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002381229" sldId="345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002381229" sldId="345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611916957" sldId="3453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59433163" sldId="345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59433163" sldId="3454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468528457" sldId="3455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44749337" sldId="3456"/>
        </pc:sldMkLst>
      </pc:sldChg>
      <pc:sldChg chg="modSp mod modClrScheme chgLayout">
        <pc:chgData name="Erberson Pinheiro" userId="c7a5b9113d4dffce" providerId="LiveId" clId="{D768A21E-9D35-4B36-9BFE-D44E2A829648}" dt="2026-06-23T19:35:09.751" v="423" actId="20577"/>
        <pc:sldMkLst>
          <pc:docMk/>
          <pc:sldMk cId="3571336429" sldId="3457"/>
        </pc:sldMkLst>
        <pc:spChg chg="mod">
          <ac:chgData name="Erberson Pinheiro" userId="c7a5b9113d4dffce" providerId="LiveId" clId="{D768A21E-9D35-4B36-9BFE-D44E2A829648}" dt="2026-06-23T19:35:09.751" v="423" actId="20577"/>
          <ac:spMkLst>
            <pc:docMk/>
            <pc:sldMk cId="3571336429" sldId="3457"/>
            <ac:spMk id="3" creationId="{71F2CD86-733C-4386-DA4C-D56546B954E9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25410414" sldId="345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25410414" sldId="3458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38747040" sldId="3459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38747040" sldId="3459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1579847394" sldId="346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1579847394" sldId="346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985626730" sldId="3461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52618537" sldId="3462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52618537" sldId="3462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639423398" sldId="3463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199103922" sldId="3464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3805712491" sldId="3465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885795656" sldId="3466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885795656" sldId="3466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2592140257" sldId="3467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2592140257" sldId="3467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4276680884" sldId="3468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4276680884" sldId="3468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4012217104" sldId="3469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799546090" sldId="3470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799546090" sldId="3470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1666708205" sldId="3471"/>
        </pc:sldMkLst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708271400" sldId="3472"/>
        </pc:sldMkLst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886959444" sldId="3473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886959444" sldId="3473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634964099" sldId="3474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634964099" sldId="3474"/>
            <ac:spMk id="2" creationId="{8374BC62-498A-4B31-AC26-B3FBB7D7A637}"/>
          </ac:spMkLst>
        </pc:spChg>
      </pc:sldChg>
      <pc:sldChg chg="modSp mod modClrScheme chgLayout">
        <pc:chgData name="Erberson Pinheiro" userId="c7a5b9113d4dffce" providerId="LiveId" clId="{D768A21E-9D35-4B36-9BFE-D44E2A829648}" dt="2026-06-23T19:06:25.741" v="395"/>
        <pc:sldMkLst>
          <pc:docMk/>
          <pc:sldMk cId="3273055111" sldId="3475"/>
        </pc:sldMkLst>
        <pc:spChg chg="mod ord">
          <ac:chgData name="Erberson Pinheiro" userId="c7a5b9113d4dffce" providerId="LiveId" clId="{D768A21E-9D35-4B36-9BFE-D44E2A829648}" dt="2026-06-23T19:06:25.741" v="395"/>
          <ac:spMkLst>
            <pc:docMk/>
            <pc:sldMk cId="3273055111" sldId="3475"/>
            <ac:spMk id="2" creationId="{8374BC62-498A-4B31-AC26-B3FBB7D7A637}"/>
          </ac:spMkLst>
        </pc:spChg>
      </pc:sldChg>
      <pc:sldChg chg="mod modClrScheme chgLayout">
        <pc:chgData name="Erberson Pinheiro" userId="c7a5b9113d4dffce" providerId="LiveId" clId="{D768A21E-9D35-4B36-9BFE-D44E2A829648}" dt="2026-06-23T19:06:25.741" v="395"/>
        <pc:sldMkLst>
          <pc:docMk/>
          <pc:sldMk cId="2505437225" sldId="3476"/>
        </pc:sldMkLst>
      </pc:sldChg>
      <pc:sldMasterChg chg="delSldLayout modSldLayout sldLayoutOrd">
        <pc:chgData name="Erberson Pinheiro" userId="c7a5b9113d4dffce" providerId="LiveId" clId="{D768A21E-9D35-4B36-9BFE-D44E2A829648}" dt="2026-06-23T19:06:25.709" v="394"/>
        <pc:sldMasterMkLst>
          <pc:docMk/>
          <pc:sldMasterMk cId="2907016641" sldId="2147484323"/>
        </pc:sldMasterMkLst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687336852" sldId="214748433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87336852" sldId="214748433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018119888" sldId="214748433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18119888" sldId="2147484337"/>
              <ac:spMk id="6" creationId="{A7258081-001C-46AB-B235-24B9B68DB29E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57985111" sldId="214748433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57985111" sldId="2147484338"/>
              <ac:spMk id="6" creationId="{86959E3D-8EAC-4E85-A452-C92A674E415A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598396169" sldId="214748433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98396169" sldId="214748433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36302227" sldId="214748434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36302227" sldId="214748434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040334149" sldId="214748434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0334149" sldId="214748434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0186071" sldId="214748434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0186071" sldId="214748434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73394114" sldId="214748434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73394114" sldId="214748434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16022671" sldId="214748434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6022671" sldId="214748434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37183631" sldId="214748434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37183631" sldId="214748434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50536490" sldId="214748434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50536490" sldId="214748434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69808009" sldId="214748434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69808009" sldId="214748434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264685921" sldId="214748434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264685921" sldId="214748434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82209970" sldId="214748435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82209970" sldId="214748435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40381304" sldId="214748435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40381304" sldId="214748435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95822488" sldId="214748435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95822488" sldId="214748435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298088909" sldId="214748435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8088909" sldId="214748435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09183847" sldId="214748435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183847" sldId="214748435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87292340" sldId="214748435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87292340" sldId="214748435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6062820" sldId="214748435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062820" sldId="214748435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40944612" sldId="214748435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40944612" sldId="214748435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36714489" sldId="214748435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6714489" sldId="214748435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38528911" sldId="214748436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38528911" sldId="2147484360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910813463" sldId="214748436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0813463" sldId="214748436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45214134" sldId="214748436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45214134" sldId="214748436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38992541" sldId="214748436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38992541" sldId="214748436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833151999" sldId="214748436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833151999" sldId="214748436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8235358" sldId="214748436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8235358" sldId="214748436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9089886" sldId="214748436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9089886" sldId="214748436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5033569" sldId="214748436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5033569" sldId="214748436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89199496" sldId="214748436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89199496" sldId="214748436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0198645" sldId="214748436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0198645" sldId="214748436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33125310" sldId="214748437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3125310" sldId="2147484370"/>
              <ac:spMk id="6" creationId="{BDA06A84-6E45-487F-8876-E535A176227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82713741" sldId="214748437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82713741" sldId="2147484372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69004160" sldId="214748437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69004160" sldId="2147484373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158990611" sldId="214748437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58990611" sldId="2147484374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65930107" sldId="214748437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65930107" sldId="2147484375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62262642" sldId="214748437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62262642" sldId="2147484376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02160540" sldId="214748437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02160540" sldId="2147484377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77151557" sldId="214748437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77151557" sldId="2147484378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81281109" sldId="214748437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81281109" sldId="2147484379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4565675" sldId="214748438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4565675" sldId="2147484380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389854204" sldId="214748438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89854204" sldId="2147484381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72439108" sldId="214748438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72439108" sldId="2147484382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642859732" sldId="214748438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42859732" sldId="2147484384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043202456" sldId="214748438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43202456" sldId="2147484385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29277657" sldId="214748438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29277657" sldId="2147484386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1231827" sldId="214748438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1231827" sldId="2147484387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0996881" sldId="214748438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0996881" sldId="2147484388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73121982" sldId="214748438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73121982" sldId="2147484389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18951566" sldId="214748439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18951566" sldId="2147484390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09736087" sldId="214748439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9736087" sldId="2147484391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83016806" sldId="214748439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83016806" sldId="2147484392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016433117" sldId="214748439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016433117" sldId="2147484393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07366933" sldId="214748439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07366933" sldId="2147484394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61446725" sldId="214748439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1446725" sldId="214748439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113011724" sldId="214748439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113011724" sldId="2147484397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39022090" sldId="214748439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9022090" sldId="2147484398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737964574" sldId="214748439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37964574" sldId="214748439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37023635" sldId="214748440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37023635" sldId="214748440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91763807" sldId="214748440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1763807" sldId="214748440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540567628" sldId="214748440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40567628" sldId="214748440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99921479" sldId="214748440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99921479" sldId="214748440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40408227" sldId="214748440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40408227" sldId="214748440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90088489" sldId="214748440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90088489" sldId="214748440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731633314" sldId="214748440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731633314" sldId="214748440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9020569" sldId="214748440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020569" sldId="214748440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990195668" sldId="214748440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195668" sldId="214748440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46608495" sldId="214748441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6608495" sldId="214748441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00256663" sldId="214748441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0256663" sldId="214748441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33402341" sldId="214748441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33402341" sldId="214748441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91392346" sldId="214748441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91392346" sldId="214748441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48492889" sldId="214748441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8492889" sldId="214748441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452547990" sldId="214748441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52547990" sldId="214748441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088278425" sldId="214748441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088278425" sldId="214748441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48316084" sldId="214748441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48316084" sldId="214748441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22375249" sldId="214748441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22375249" sldId="214748441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665797764" sldId="214748442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65797764" sldId="2147484420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48336698" sldId="214748442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48336698" sldId="214748442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6714066" sldId="214748442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6714066" sldId="214748442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792994895" sldId="214748442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792994895" sldId="214748442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296773898" sldId="214748442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296773898" sldId="214748442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98312522" sldId="214748442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8312522" sldId="214748442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924077153" sldId="214748442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924077153" sldId="214748442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98091418" sldId="214748442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98091418" sldId="214748442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923216301" sldId="214748442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23216301" sldId="214748442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88818031" sldId="214748442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8818031" sldId="214748442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666558270" sldId="214748443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666558270" sldId="2147484430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4170643355" sldId="214748443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70643355" sldId="2147484432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715944203" sldId="214748443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5944203" sldId="2147484433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435935209" sldId="214748443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35935209" sldId="2147484434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037115555" sldId="214748443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037115555" sldId="2147484435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20263564" sldId="214748443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20263564" sldId="2147484436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95458065" sldId="214748443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95458065" sldId="2147484437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9046575" sldId="214748443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9046575" sldId="2147484438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390340494" sldId="214748443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390340494" sldId="2147484439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40905962" sldId="214748444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40905962" sldId="2147484440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43381002" sldId="214748444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43381002" sldId="2147484441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11898749" sldId="214748444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898749" sldId="2147484442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4119730531" sldId="214748444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119730531" sldId="2147484444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558365050" sldId="214748444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58365050" sldId="2147484445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565390006" sldId="214748444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565390006" sldId="2147484446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37023841" sldId="214748444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37023841" sldId="2147484447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59783996" sldId="214748444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59783996" sldId="2147484448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96291841" sldId="214748444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96291841" sldId="2147484449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24446171" sldId="214748445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24446171" sldId="2147484450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241484821" sldId="214748445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241484821" sldId="2147484451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09888259" sldId="214748445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09888259" sldId="2147484452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61764902" sldId="214748445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61764902" sldId="2147484453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88633270" sldId="214748445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88633270" sldId="2147484454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825166527" sldId="214748445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825166527" sldId="2147484456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234731201" sldId="214748445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34731201" sldId="2147484457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91484254" sldId="214748445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91484254" sldId="2147484458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6772553" sldId="214748445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6772553" sldId="2147484459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430905031" sldId="214748446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430905031" sldId="2147484460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627565271" sldId="214748446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627565271" sldId="2147484461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965118701" sldId="214748446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65118701" sldId="2147484462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62906083" sldId="214748446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62906083" sldId="2147484463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4726972" sldId="214748446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4726972" sldId="2147484464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605836155" sldId="214748446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605836155" sldId="2147484465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711545197" sldId="214748446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11545197" sldId="2147484466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1770129517" sldId="214748446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0129517" sldId="2147484468"/>
              <ac:spMk id="6" creationId="{14238AAE-AC7C-4D49-A82E-267E22515B84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39423464" sldId="214748446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9423464" sldId="2147484469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567536754" sldId="214748447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567536754" sldId="2147484470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54646488" sldId="214748447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54646488" sldId="2147484471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8539798" sldId="214748447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8539798" sldId="2147484472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678401153" sldId="214748447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678401153" sldId="2147484473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308058184" sldId="214748447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308058184" sldId="2147484474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37324599" sldId="214748447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37324599" sldId="2147484475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30970126" sldId="214748447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30970126" sldId="2147484476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777294897" sldId="214748447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777294897" sldId="2147484477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2990328444" sldId="214748447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990328444" sldId="2147484478"/>
              <ac:spMk id="6" creationId="{BDA06A84-6E45-487F-8876-E535A1762275}"/>
            </ac:spMkLst>
          </pc:spChg>
        </pc:sldLayoutChg>
        <pc:sldLayoutChg chg="modSp mod ord">
          <pc:chgData name="Erberson Pinheiro" userId="c7a5b9113d4dffce" providerId="LiveId" clId="{D768A21E-9D35-4B36-9BFE-D44E2A829648}" dt="2026-06-23T19:06:25.646" v="393"/>
          <pc:sldLayoutMkLst>
            <pc:docMk/>
            <pc:sldMasterMk cId="2907016641" sldId="2147484323"/>
            <pc:sldLayoutMk cId="2476896423" sldId="214748448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2" creationId="{5D7693DF-F4A9-4F0B-AAE8-9E0E43844AF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3" creationId="{9E0EAB38-44F5-42E5-87A8-AACEA25664E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4" creationId="{EEBFC15F-DC7A-4EB0-BEBB-1CC5B7B1549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5" creationId="{C06DA521-F074-4898-BF7E-2CAD3A445A8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2476896423" sldId="2147484480"/>
              <ac:spMk id="6" creationId="{14238AAE-AC7C-4D49-A82E-267E22515B8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804917834" sldId="2147484481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2" creationId="{7FBDC090-8FD0-4A1C-8DE9-804389A94AA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3" creationId="{6093E21E-854B-43DE-93CF-BAE354EB6E80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4" creationId="{51A896D1-7525-4CFA-A6E7-50F54B58CB3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5" creationId="{52C3688C-FE15-4776-93B6-C47D7E04634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804917834" sldId="2147484481"/>
              <ac:spMk id="6" creationId="{A7258081-001C-46AB-B235-24B9B68DB29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4079379593" sldId="2147484482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2" creationId="{B7F2B671-170F-4991-9B5D-B25A2C212FA9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3" creationId="{46342B92-6224-4299-99C5-F6F238BFF89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4" creationId="{7B386812-6064-4075-BA26-E6B5F019389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5" creationId="{D4940B02-7C13-4D7C-9DBC-B84812DF5576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4079379593" sldId="2147484482"/>
              <ac:spMk id="6" creationId="{86959E3D-8EAC-4E85-A452-C92A674E415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124186390" sldId="2147484483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2" creationId="{995E5FA6-1A81-4E5D-B022-5DF575AF9DA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3" creationId="{71273EF3-2F1A-4E1D-B2AD-76BA63C962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4" creationId="{29604B66-321E-477B-8FA8-543DB42E109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5" creationId="{F253A07D-B979-4686-90B7-FFFA241097E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6" creationId="{05110214-47E3-48CC-B489-E89EFBCC4FC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124186390" sldId="2147484483"/>
              <ac:spMk id="7" creationId="{51B8360E-5778-49AD-9DCA-5C0CA11F7370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817375248" sldId="2147484484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2" creationId="{A9BCDB93-CB3F-4DAF-B711-F17924C47D6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3" creationId="{93269E05-AC51-4442-A14F-75299B2E236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4" creationId="{206C4388-9DC3-4C28-97A5-123DFCDBEE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5" creationId="{865FD78F-8BA2-4733-862C-1170792E4CF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6" creationId="{0D1718E3-43DC-402F-9711-0F1802C99A2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7" creationId="{BEBBF3EE-4D00-4255-A25D-731354E4776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8" creationId="{1BF8C3D4-27B9-49A9-A47C-B24D3439C0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817375248" sldId="2147484484"/>
              <ac:spMk id="9" creationId="{291A8264-3F7E-478B-B675-1DED67FBF3FA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34572294" sldId="2147484485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2" creationId="{20331760-F9E1-4B4B-BFF2-675C38B04B9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3" creationId="{65858EED-14C0-4F8F-8479-39E9141BB20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4" creationId="{9CB77C2B-DD04-491C-B47E-540FFFEF666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34572294" sldId="2147484485"/>
              <ac:spMk id="5" creationId="{727E9D95-EFC1-446F-AACB-FE8BEFA7F815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3704538396" sldId="2147484486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2" creationId="{C1BDF033-3FE5-40C7-858E-EE51CE08FDD5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3" creationId="{D18AE2F7-CE72-4C4F-846E-D0A37CA5024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3704538396" sldId="2147484486"/>
              <ac:spMk id="4" creationId="{962C2501-25D4-4C30-B841-62FC41F93B8E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156690782" sldId="2147484487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2" creationId="{33D94796-8726-4AAE-AC5D-CE74D56C0F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3" creationId="{94CF62B1-B405-4453-81B3-BBF330A12F7C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4" creationId="{DCCE8557-F1EF-4916-8777-E641CF96520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5" creationId="{9D1F7E9A-08E9-4FEE-8E85-AEED6409643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6" creationId="{FFFCCC7A-AD0F-43C9-B27C-78C7AD99482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156690782" sldId="2147484487"/>
              <ac:spMk id="7" creationId="{2273CF1A-48E1-4E34-99EC-87CB3177C789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509554748" sldId="2147484488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2" creationId="{02CB7C83-54D7-4A22-9E0C-BF0E58D4EDC7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3" creationId="{124ADACA-02F7-4530-B7E3-8DCF1B56FBA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4" creationId="{1CD1D262-F9E5-4229-9B2B-80CD7F6A8372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5" creationId="{22AE3219-D351-4A13-8888-A25AFA7F8CB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6" creationId="{9BDDF6A5-A2E3-42EA-AC20-8628984DE29F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509554748" sldId="2147484488"/>
              <ac:spMk id="7" creationId="{CD0E8ED9-0335-4E8E-B1F3-9FB730CC5D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1252630472" sldId="2147484489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2" creationId="{C82D172F-92AE-40A1-9E61-E06F0EB54DE3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3" creationId="{CC9D0A08-166D-4402-A266-32845CE6E3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4" creationId="{A98A9E39-166E-4749-BA94-72E636A62AF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5" creationId="{3BFD5E80-1F9D-421B-B410-00F80A1EE941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1252630472" sldId="2147484489"/>
              <ac:spMk id="6" creationId="{FDF84E03-26E0-416C-8554-98855E690244}"/>
            </ac:spMkLst>
          </pc:spChg>
        </pc:sldLayoutChg>
        <pc:sldLayoutChg chg="modSp del mod ord">
          <pc:chgData name="Erberson Pinheiro" userId="c7a5b9113d4dffce" providerId="LiveId" clId="{D768A21E-9D35-4B36-9BFE-D44E2A829648}" dt="2026-06-23T19:06:25.709" v="394"/>
          <pc:sldLayoutMkLst>
            <pc:docMk/>
            <pc:sldMasterMk cId="2907016641" sldId="2147484323"/>
            <pc:sldLayoutMk cId="927069691" sldId="2147484490"/>
          </pc:sldLayoutMkLst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2" creationId="{9D45F066-5B8A-48FC-9B33-AE0EE929F054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3" creationId="{9DCECA87-69D0-4051-8163-CBA414B017CD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4" creationId="{52BDC7E5-655D-4405-AE2D-9A058DE76678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5" creationId="{D367C9E1-79EE-4966-AE6F-17B93D9D55AB}"/>
            </ac:spMkLst>
          </pc:spChg>
          <pc:spChg chg="mod">
            <ac:chgData name="Erberson Pinheiro" userId="c7a5b9113d4dffce" providerId="LiveId" clId="{D768A21E-9D35-4B36-9BFE-D44E2A829648}" dt="2026-06-23T19:06:25.646" v="393"/>
            <ac:spMkLst>
              <pc:docMk/>
              <pc:sldMasterMk cId="2907016641" sldId="2147484323"/>
              <pc:sldLayoutMk cId="927069691" sldId="2147484490"/>
              <ac:spMk id="6" creationId="{BDA06A84-6E45-487F-8876-E535A1762275}"/>
            </ac:spMkLst>
          </pc:spChg>
        </pc:sldLayoutChg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20619876" sldId="214748433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699597897" sldId="214748434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710638776" sldId="2147484359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3049305960" sldId="2147484371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2342238935" sldId="2147484383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533684949" sldId="214748439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3933778" sldId="214748440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3871086452" sldId="2147484419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640608390" sldId="2147484431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914353434" sldId="2147484443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507457940" sldId="2147484455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4179796662" sldId="2147484467"/>
        </pc:sldMasterMkLst>
      </pc:sldMasterChg>
      <pc:sldMasterChg chg="del sldLayoutOrd">
        <pc:chgData name="Erberson Pinheiro" userId="c7a5b9113d4dffce" providerId="LiveId" clId="{D768A21E-9D35-4B36-9BFE-D44E2A829648}" dt="2026-06-23T19:06:25.709" v="394"/>
        <pc:sldMasterMkLst>
          <pc:docMk/>
          <pc:sldMasterMk cId="1848138563" sldId="2147484479"/>
        </pc:sldMasterMkLst>
      </pc:sldMasterChg>
    </pc:docChg>
  </pc:docChgLst>
</pc:chgInfo>
</file>

<file path=ppt/slideLayouts/_rels/slideLayout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2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3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4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5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6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7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8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9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0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_rels/slideLayout11.xml.rels><?xml version='1.0' encoding='UTF-8' standalone='yes'?>
<ns0:Relationships xmlns:ns0="http://schemas.openxmlformats.org/package/2006/relationships"><ns0:Relationship Id="rId1" Type="http://schemas.openxmlformats.org/officeDocument/2006/relationships/slideMaster" Target="../slideMasters/slideMaster1.xml"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00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24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6529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102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0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31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960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053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45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355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25978"/>
      </p:ext>
    </p:extLst>
  </p:cSld>
  <p:clrMapOvr>
    <a:masterClrMapping/>
  </p:clrMapOvr>
</p:sldLayout>
</file>

<file path=ppt/slideMasters/_rels/slideMaster1.xml.rels><?xml version='1.0' encoding='UTF-8' standalone='yes'?>
<ns0:Relationships xmlns:ns0="http://schemas.openxmlformats.org/package/2006/relationships"><ns0:Relationship Id="rId1" Type="http://schemas.openxmlformats.org/officeDocument/2006/relationships/slideLayout" Target="../slideLayouts/slideLayout1.xml"/><ns0:Relationship Id="rId2" Type="http://schemas.openxmlformats.org/officeDocument/2006/relationships/slideLayout" Target="../slideLayouts/slideLayout2.xml"/><ns0:Relationship Id="rId3" Type="http://schemas.openxmlformats.org/officeDocument/2006/relationships/slideLayout" Target="../slideLayouts/slideLayout3.xml"/><ns0:Relationship Id="rId4" Type="http://schemas.openxmlformats.org/officeDocument/2006/relationships/theme" Target="../theme/theme1.xml"/><ns0:Relationship Id="rId5" Type="http://schemas.openxmlformats.org/officeDocument/2006/relationships/slideLayout" Target="../slideLayouts/slideLayout4.xml"/><ns0:Relationship Id="rId6" Type="http://schemas.openxmlformats.org/officeDocument/2006/relationships/slideLayout" Target="../slideLayouts/slideLayout5.xml"/><ns0:Relationship Id="rId7" Type="http://schemas.openxmlformats.org/officeDocument/2006/relationships/slideLayout" Target="../slideLayouts/slideLayout6.xml"/><ns0:Relationship Id="rId8" Type="http://schemas.openxmlformats.org/officeDocument/2006/relationships/slideLayout" Target="../slideLayouts/slideLayout7.xml"/><ns0:Relationship Id="rId9" Type="http://schemas.openxmlformats.org/officeDocument/2006/relationships/slideLayout" Target="../slideLayouts/slideLayout8.xml"/><ns0:Relationship Id="rId10" Type="http://schemas.openxmlformats.org/officeDocument/2006/relationships/slideLayout" Target="../slideLayouts/slideLayout9.xml"/><ns0:Relationship Id="rId11" Type="http://schemas.openxmlformats.org/officeDocument/2006/relationships/slideLayout" Target="../slideLayouts/slideLayout10.xml"/><ns0:Relationship Id="rId12" Type="http://schemas.openxmlformats.org/officeDocument/2006/relationships/slideLayout" Target="../slideLayouts/slideLayout11.xml"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242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6"/>
    <p:sldLayoutId id="2147483998" r:id="rId5"/>
    <p:sldLayoutId id="2147483999" r:id="rId2"/>
    <p:sldLayoutId id="2147484000" r:id="rId11"/>
    <p:sldLayoutId id="2147484001" r:id="rId9"/>
    <p:sldLayoutId id="2147484002" r:id="rId7"/>
    <p:sldLayoutId id="2147484003" r:id="rId3"/>
    <p:sldLayoutId id="2147484004" r:id="rId1"/>
    <p:sldLayoutId id="2147484005" r:id="rId12"/>
    <p:sldLayoutId id="2147484006" r:id="rId10"/>
    <p:sldLayoutId id="214748400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1" Type="http://schemas.openxmlformats.org/officeDocument/2006/relationships/hyperlink" Target="http://www.ebdemfoco.com/" TargetMode="External"/><ns0:Relationship Id="rId2" Type="http://schemas.openxmlformats.org/officeDocument/2006/relationships/slideLayout" Target="../slideLayouts/slideLayout5.xml"/><ns0:Relationship Id="rId3" Type="http://schemas.openxmlformats.org/officeDocument/2006/relationships/image" Target="../media/image1_HEAD_1.jpeg"/></ns0:Relationships>
</file>

<file path=ppt/slides/_rels/slide2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2_HEAD_2.jpg"/><ns0:Relationship Id="rId2" Type="http://schemas.openxmlformats.org/officeDocument/2006/relationships/slideLayout" Target="../slideLayouts/slideLayout4.xml"/></ns0:Relationships>
</file>

<file path=ppt/slides/_rels/slide3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3_HEAD_3.jpeg"/><ns0:Relationship Id="rId2" Type="http://schemas.openxmlformats.org/officeDocument/2006/relationships/slideLayout" Target="../slideLayouts/slideLayout3.xml"/></ns0:Relationships>
</file>

<file path=ppt/slides/_rels/slide4.xml.rels><?xml version='1.0' encoding='UTF-8' standalone='yes'?>
<ns0:Relationships xmlns:ns0="http://schemas.openxmlformats.org/package/2006/relationships"><ns0:Relationship Id="rId1" Type="http://schemas.openxmlformats.org/officeDocument/2006/relationships/image" Target="../media/image4_HEAD_4.png"/><ns0:Relationship Id="rId2" Type="http://schemas.openxmlformats.org/officeDocument/2006/relationships/slideLayout" Target="../slideLayouts/slideLayout3.xml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EF9C-0A9B-1724-2F33-EF15D0A2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ixaDeTexto 45">
            <a:extLst>
              <a:ext uri="{FF2B5EF4-FFF2-40B4-BE49-F238E27FC236}">
                <a16:creationId xmlns:a16="http://schemas.microsoft.com/office/drawing/2014/main" id="{C1822E2E-622E-AA05-5B15-CF8847DC7956}"/>
              </a:ext>
            </a:extLst>
          </p:cNvPr>
          <p:cNvSpPr txBox="1"/>
          <p:nvPr/>
        </p:nvSpPr>
        <p:spPr>
          <a:xfrm>
            <a:off x="966597" y="628483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www.ebdemfoco.com</a:t>
            </a:r>
            <a:endParaRPr kumimoji="0" lang="pt-BR" sz="2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9C8127A-E991-581B-DA81-679B1479F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68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FDC7B19-8EEE-21C2-6C2F-AF2DEE6219FB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9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E7D5DDF5-4FE0-958D-D141-61BD1D1D7A7C}"/>
              </a:ext>
            </a:extLst>
          </p:cNvPr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15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880F33B-8F10-40EB-86BB-A1E5A232767D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6399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244E3A0-A26D-481D-8CB1-1BAEB75D2899}"/>
  <p:tag name="ISPRING_RESOURCE_FOLDER" val="C:\Users\Erberson\OneDrive\1-EBD em Foco\Lições Bíblicas\2º trimestre de 2016\Lição 1\A_Epistola_aos_Romanos\"/>
  <p:tag name="ISPRING_PRESENTATION_PATH" val="C:\Users\Erberson\OneDrive\1-EBD em Foco\Lições Bíblicas\2º trimestre de 2016\Lição 1\A_Epistola_aos_Romanos.pptx"/>
  <p:tag name="ISPRING_PROJECT_FOLDER_UPDATED" val="1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23510</TotalTime>
  <Words>1900</Words>
  <Application>Microsoft Office PowerPoint</Application>
  <PresentationFormat>Widescreen</PresentationFormat>
  <Paragraphs>167</Paragraphs>
  <Slides>107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107</vt:i4>
      </vt:variant>
    </vt:vector>
  </HeadingPairs>
  <TitlesOfParts>
    <vt:vector size="115" baseType="lpstr">
      <vt:lpstr>Arial</vt:lpstr>
      <vt:lpstr>Bernard MT Condensed</vt:lpstr>
      <vt:lpstr>Calibri</vt:lpstr>
      <vt:lpstr>Calibri Light</vt:lpstr>
      <vt:lpstr>Georgia</vt:lpstr>
      <vt:lpstr>Poppins</vt:lpstr>
      <vt:lpstr>Tema do Office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DEUS CHAMA ABRÃO</vt:lpstr>
      <vt:lpstr>II – A OBEDIÊNCIA DE ABRÃO A DEUS</vt:lpstr>
      <vt:lpstr>III – AS LUTAS QUE ABRÃO ENFRENTOU AO CHEGAR A CANAÃ</vt:lpstr>
      <vt:lpstr>Apresentação do PowerPoint</vt:lpstr>
      <vt:lpstr> INTRODUÇÃO</vt:lpstr>
      <vt:lpstr>Apresentação do PowerPoint</vt:lpstr>
      <vt:lpstr>Apresentação do PowerPoint</vt:lpstr>
      <vt:lpstr>I – ABRÃO VOLTA DO EGITO PARA CANAÃ</vt:lpstr>
      <vt:lpstr>II – AS CONSEQUÊNCIAS DAS ESCOLHAS</vt:lpstr>
      <vt:lpstr>III – OS ALTARES ERGUIDOS POR ABRÃO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O PAI DA FÉ E A TENTATIVA DE AJUDAR A DEUS</vt:lpstr>
      <vt:lpstr>II – AS CONSEQUÊNCIAS DE AGIR POR CONTA PRÓPRIA</vt:lpstr>
      <vt:lpstr>III – O DEUS QUE CONDUZ A HISTÓRIA</vt:lpstr>
      <vt:lpstr>Apresentação do PowerPoint</vt:lpstr>
      <vt:lpstr> INTRODUÇÃO</vt:lpstr>
      <vt:lpstr>Apresentação do PowerPoint</vt:lpstr>
      <vt:lpstr>Apresentação do PowerPoint</vt:lpstr>
      <vt:lpstr>I – DEUS MUDA O NOME DE ABRÃO E DE SARAI</vt:lpstr>
      <vt:lpstr>II – A CONFIRMAÇÃO DO CONCERTO DE DEUS COM ABRAÃO</vt:lpstr>
      <vt:lpstr>III – O PACTO PERPÉTUO DA CIRCUNCISÃO</vt:lpstr>
      <vt:lpstr>Apresentação do PowerPoint</vt:lpstr>
      <vt:lpstr> INTRODUÇÃO</vt:lpstr>
      <vt:lpstr>Apresentação do PowerPoint</vt:lpstr>
      <vt:lpstr>Apresentação do PowerPoint</vt:lpstr>
      <vt:lpstr>I – OS ANJOS VISITAM ABRAÃO</vt:lpstr>
      <vt:lpstr>II – DEUS ANUNCIA SEUS PLANOS A ABRAÃO</vt:lpstr>
      <vt:lpstr>III – A DESTRUIÇÃO DE SODOMA E GOMORRA</vt:lpstr>
      <vt:lpstr>Apresentação do PowerPoint</vt:lpstr>
      <vt:lpstr> INTRODUÇÃO</vt:lpstr>
      <vt:lpstr>Apresentação do PowerPoint</vt:lpstr>
      <vt:lpstr>Apresentação do PowerPoint</vt:lpstr>
      <vt:lpstr>I – AS CONSEQUÊNCIAS DA IMPACIÊNCIA DE SARA</vt:lpstr>
      <vt:lpstr>II – ABRAÃO TEM QUE TOMAR UMA ATITUDE</vt:lpstr>
      <vt:lpstr>III – AGAR E ISMAEL DEIXAM A CASA DE ABRAÃO</vt:lpstr>
      <vt:lpstr>Apresentação do PowerPoint</vt:lpstr>
      <vt:lpstr> INTRODUÇÃO</vt:lpstr>
      <vt:lpstr>Apresentação do PowerPoint</vt:lpstr>
      <vt:lpstr>Apresentação do PowerPoint</vt:lpstr>
      <vt:lpstr>I – ABRAÃO TEM A SUA FÉ PROVADA</vt:lpstr>
      <vt:lpstr>II – A PROMESSA CONFIRMADA</vt:lpstr>
      <vt:lpstr>III –  ABRAÃO OFERECEU SEU ÚNICO FILHO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 A FOME NA TERRA</vt:lpstr>
      <vt:lpstr>II – A INVEJA CONTRA ISAQUE</vt:lpstr>
      <vt:lpstr>III – DEUS APARECE A ISAQUE</vt:lpstr>
      <vt:lpstr>Apresentação do PowerPoint</vt:lpstr>
      <vt:lpstr> INTRODUÇÃO</vt:lpstr>
      <vt:lpstr>Apresentação do PowerPoint</vt:lpstr>
      <vt:lpstr>Apresentação do PowerPoint</vt:lpstr>
      <vt:lpstr>I – OS FILHOS DE ISAQUE</vt:lpstr>
      <vt:lpstr>II – ESAÚ VENDE SUA PRIMOGENITURA</vt:lpstr>
      <vt:lpstr>III – REBECA INDUZ JACÓ AO PECADO</vt:lpstr>
      <vt:lpstr>Apresentação do PowerPoint</vt:lpstr>
      <vt:lpstr> INTRODUÇÃO</vt:lpstr>
      <vt:lpstr>Apresentação do PowerPoint</vt:lpstr>
      <vt:lpstr>Apresentação do PowerPoint</vt:lpstr>
      <vt:lpstr>I – UM SONHO QUE MUDOU UMA VIDA</vt:lpstr>
      <vt:lpstr>II – AS DESCOBERTAS DE JACÓ</vt:lpstr>
      <vt:lpstr>III – A COLUNA DE BETEL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A FAMÍLIA DE JACÓ</vt:lpstr>
      <vt:lpstr>II – JACÓ DESEJA RETORNAR À SUA TERRA</vt:lpstr>
      <vt:lpstr>III – JACÓ NO VAU DO JABOQUE</vt:lpstr>
      <vt:lpstr>Apresentação do PowerPoint</vt:lpstr>
      <vt:lpstr> INTRODUÇÃO</vt:lpstr>
      <vt:lpstr>Apresentação do PowerPoint</vt:lpstr>
      <vt:lpstr>Apresentação do PowerPoint</vt:lpstr>
      <vt:lpstr>Apresentação do PowerPoint</vt:lpstr>
      <vt:lpstr>I –  IRMÃOS EM CONFLITO</vt:lpstr>
      <vt:lpstr>II – O ENCONTRO ENTRE JACÓ E ESAÚ</vt:lpstr>
      <vt:lpstr>III – A FAMÍLIA DE JACÓ SEGUE SEU CAMINHO</vt:lpstr>
      <vt:lpstr>Apresentação do PowerPoint</vt:lpstr>
      <vt:lpstr> INTRODUÇÃO</vt:lpstr>
      <vt:lpstr>Apresentação do PowerPoint</vt:lpstr>
      <vt:lpstr>Apresentação do PowerPoint</vt:lpstr>
      <vt:lpstr>I – O LEGADO DE ABRAÃO</vt:lpstr>
      <vt:lpstr>II – O LEGADO DE ISAQUE</vt:lpstr>
      <vt:lpstr>III – O LEGADO DE JACÓ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Erberson Pinheiro</dc:creator>
  <cp:lastModifiedBy>Erberson Pinheiro</cp:lastModifiedBy>
  <cp:revision>1183</cp:revision>
  <dcterms:created xsi:type="dcterms:W3CDTF">2016-03-25T20:11:02Z</dcterms:created>
  <dcterms:modified xsi:type="dcterms:W3CDTF">2026-06-24T03:05:29Z</dcterms:modified>
</cp:coreProperties>
</file>