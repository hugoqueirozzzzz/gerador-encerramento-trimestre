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DataLst>
    <p:tags r:id="rId1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E30"/>
    <a:srgbClr val="000D26"/>
    <a:srgbClr val="FF0000"/>
    <a:srgbClr val="CC3300"/>
    <a:srgbClr val="D15447"/>
    <a:srgbClr val="954ECA"/>
    <a:srgbClr val="A83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CBDC3-DBD1-42DB-AF17-894C9E9CE6A8}" v="32" dt="2026-06-23T19:35:09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56"/>
      </p:cViewPr>
      <p:guideLst>
        <p:guide orient="horz" pos="2251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undo custSel addSld delSld modSld delMainMaster modMainMaster">
      <pc:chgData name="Erberson Pinheiro" userId="c7a5b9113d4dffce" providerId="LiveId" clId="{D768A21E-9D35-4B36-9BFE-D44E2A829648}" dt="2026-06-24T03:05:20.529" v="445"/>
      <pc:docMkLst>
        <pc:docMk/>
      </pc:docMkLst>
      <pc:sldChg chg="addSp delSp modSp mod">
        <pc:chgData name="Erberson Pinheiro" userId="c7a5b9113d4dffce" providerId="LiveId" clId="{D768A21E-9D35-4B36-9BFE-D44E2A829648}" dt="2026-06-24T03:05:20.529" v="445"/>
        <pc:sldMkLst>
          <pc:docMk/>
          <pc:sldMk cId="41789574" sldId="1956"/>
        </pc:sldMkLst>
        <pc:picChg chg="del">
          <ac:chgData name="Erberson Pinheiro" userId="c7a5b9113d4dffce" providerId="LiveId" clId="{D768A21E-9D35-4B36-9BFE-D44E2A829648}" dt="2026-06-24T03:03:53.196" v="438" actId="478"/>
          <ac:picMkLst>
            <pc:docMk/>
            <pc:sldMk cId="41789574" sldId="1956"/>
            <ac:picMk id="3" creationId="{96594A67-31D5-1977-C5B2-449D774573C6}"/>
          </ac:picMkLst>
        </pc:picChg>
        <pc:picChg chg="add del">
          <ac:chgData name="Erberson Pinheiro" userId="c7a5b9113d4dffce" providerId="LiveId" clId="{D768A21E-9D35-4B36-9BFE-D44E2A829648}" dt="2026-06-24T03:03:55.020" v="439" actId="478"/>
          <ac:picMkLst>
            <pc:docMk/>
            <pc:sldMk cId="41789574" sldId="1956"/>
            <ac:picMk id="4" creationId="{8FC650AB-B04D-E323-4D8B-294A528CEEE3}"/>
          </ac:picMkLst>
        </pc:picChg>
        <pc:picChg chg="add del mod">
          <ac:chgData name="Erberson Pinheiro" userId="c7a5b9113d4dffce" providerId="LiveId" clId="{D768A21E-9D35-4B36-9BFE-D44E2A829648}" dt="2026-06-24T03:04:20.685" v="443" actId="478"/>
          <ac:picMkLst>
            <pc:docMk/>
            <pc:sldMk cId="41789574" sldId="1956"/>
            <ac:picMk id="6" creationId="{3AC01887-C133-2650-7BAB-6C890D7BCF2C}"/>
          </ac:picMkLst>
        </pc:picChg>
        <pc:picChg chg="add mod">
          <ac:chgData name="Erberson Pinheiro" userId="c7a5b9113d4dffce" providerId="LiveId" clId="{D768A21E-9D35-4B36-9BFE-D44E2A829648}" dt="2026-06-24T03:05:20.529" v="445"/>
          <ac:picMkLst>
            <pc:docMk/>
            <pc:sldMk cId="41789574" sldId="1956"/>
            <ac:picMk id="9" creationId="{3A35C780-302F-E77E-A060-1A7430E4088A}"/>
          </ac:picMkLst>
        </pc:picChg>
      </pc:sldChg>
      <pc:sldChg chg="addSp delSp modSp mod">
        <pc:chgData name="Erberson Pinheiro" userId="c7a5b9113d4dffce" providerId="LiveId" clId="{D768A21E-9D35-4B36-9BFE-D44E2A829648}" dt="2026-06-24T02:59:27.883" v="436" actId="14100"/>
        <pc:sldMkLst>
          <pc:docMk/>
          <pc:sldMk cId="1426688445" sldId="3380"/>
        </pc:sldMkLst>
        <pc:spChg chg="add del">
          <ac:chgData name="Erberson Pinheiro" userId="c7a5b9113d4dffce" providerId="LiveId" clId="{D768A21E-9D35-4B36-9BFE-D44E2A829648}" dt="2026-06-24T02:58:35.206" v="432" actId="478"/>
          <ac:spMkLst>
            <pc:docMk/>
            <pc:sldMk cId="1426688445" sldId="3380"/>
            <ac:spMk id="8" creationId="{145587C2-EA0B-22BD-33F2-CF6C45485642}"/>
          </ac:spMkLst>
        </pc:spChg>
        <pc:picChg chg="add del">
          <ac:chgData name="Erberson Pinheiro" userId="c7a5b9113d4dffce" providerId="LiveId" clId="{D768A21E-9D35-4B36-9BFE-D44E2A829648}" dt="2026-06-24T02:49:55.180" v="426" actId="478"/>
          <ac:picMkLst>
            <pc:docMk/>
            <pc:sldMk cId="1426688445" sldId="3380"/>
            <ac:picMk id="2" creationId="{D4E4D330-25C5-D3B7-7DA3-E71145DE643C}"/>
          </ac:picMkLst>
        </pc:picChg>
        <pc:picChg chg="del">
          <ac:chgData name="Erberson Pinheiro" userId="c7a5b9113d4dffce" providerId="LiveId" clId="{D768A21E-9D35-4B36-9BFE-D44E2A829648}" dt="2026-06-24T02:58:24.292" v="429" actId="478"/>
          <ac:picMkLst>
            <pc:docMk/>
            <pc:sldMk cId="1426688445" sldId="3380"/>
            <ac:picMk id="3" creationId="{54A40F75-8322-45C2-973A-2CB4A67BFCC4}"/>
          </ac:picMkLst>
        </pc:picChg>
        <pc:picChg chg="add del">
          <ac:chgData name="Erberson Pinheiro" userId="c7a5b9113d4dffce" providerId="LiveId" clId="{D768A21E-9D35-4B36-9BFE-D44E2A829648}" dt="2026-06-24T02:53:56.726" v="428" actId="478"/>
          <ac:picMkLst>
            <pc:docMk/>
            <pc:sldMk cId="1426688445" sldId="3380"/>
            <ac:picMk id="5" creationId="{B4E2860A-CB95-D9E8-1122-1CF89B639342}"/>
          </ac:picMkLst>
        </pc:picChg>
        <pc:picChg chg="add mod">
          <ac:chgData name="Erberson Pinheiro" userId="c7a5b9113d4dffce" providerId="LiveId" clId="{D768A21E-9D35-4B36-9BFE-D44E2A829648}" dt="2026-06-24T02:59:27.883" v="436" actId="14100"/>
          <ac:picMkLst>
            <pc:docMk/>
            <pc:sldMk cId="1426688445" sldId="3380"/>
            <ac:picMk id="7" creationId="{49C8127A-E991-581B-DA81-679B1479FE4F}"/>
          </ac:picMkLst>
        </pc:picChg>
      </pc:sldChg>
      <pc:sldChg chg="modSp">
        <pc:chgData name="Erberson Pinheiro" userId="c7a5b9113d4dffce" providerId="LiveId" clId="{D768A21E-9D35-4B36-9BFE-D44E2A829648}" dt="2026-06-23T19:06:19.628" v="392" actId="20577"/>
        <pc:sldMkLst>
          <pc:docMk/>
          <pc:sldMk cId="2335161354" sldId="3383"/>
        </pc:sldMkLst>
        <pc:spChg chg="mod">
          <ac:chgData name="Erberson Pinheiro" userId="c7a5b9113d4dffce" providerId="LiveId" clId="{D768A21E-9D35-4B36-9BFE-D44E2A829648}" dt="2026-06-23T19:06:14.993" v="388" actId="20577"/>
          <ac:spMkLst>
            <pc:docMk/>
            <pc:sldMk cId="2335161354" sldId="3383"/>
            <ac:spMk id="3" creationId="{29B88601-D8A7-B385-2004-3DD5E81D3FFC}"/>
          </ac:spMkLst>
        </pc:spChg>
        <pc:spChg chg="mod">
          <ac:chgData name="Erberson Pinheiro" userId="c7a5b9113d4dffce" providerId="LiveId" clId="{D768A21E-9D35-4B36-9BFE-D44E2A829648}" dt="2026-06-23T19:06:19.628" v="392" actId="20577"/>
          <ac:spMkLst>
            <pc:docMk/>
            <pc:sldMk cId="2335161354" sldId="3383"/>
            <ac:spMk id="4" creationId="{0356D94D-BA1E-9F1F-F1C6-DEF913926AAB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834030131" sldId="338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763862651" sldId="339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763862651" sldId="339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615080766" sldId="3391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186966092" sldId="339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538152472" sldId="339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538152472" sldId="339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23901828" sldId="339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23901828" sldId="339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822230432" sldId="339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822230432" sldId="339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720081046" sldId="3396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755950937" sldId="339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755950937" sldId="339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72522839" sldId="3398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807829440" sldId="3399"/>
        </pc:sldMkLst>
      </pc:sldChg>
      <pc:sldChg chg="modSp mod modClrScheme chgLayout">
        <pc:chgData name="Erberson Pinheiro" userId="c7a5b9113d4dffce" providerId="LiveId" clId="{D768A21E-9D35-4B36-9BFE-D44E2A829648}" dt="2026-06-23T19:07:22.009" v="397" actId="20577"/>
        <pc:sldMkLst>
          <pc:docMk/>
          <pc:sldMk cId="3890475769" sldId="3400"/>
        </pc:sldMkLst>
        <pc:spChg chg="mod">
          <ac:chgData name="Erberson Pinheiro" userId="c7a5b9113d4dffce" providerId="LiveId" clId="{D768A21E-9D35-4B36-9BFE-D44E2A829648}" dt="2026-06-23T19:07:22.009" v="397" actId="20577"/>
          <ac:spMkLst>
            <pc:docMk/>
            <pc:sldMk cId="3890475769" sldId="3400"/>
            <ac:spMk id="3" creationId="{29B88601-D8A7-B385-2004-3DD5E81D3FFC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30745569" sldId="340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30745569" sldId="340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256148715" sldId="340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256148715" sldId="340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96544313" sldId="340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96544313" sldId="340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610923448" sldId="3404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336280217" sldId="340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336280217" sldId="340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175869433" sldId="3406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687694389" sldId="3407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551418491" sldId="340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551418491" sldId="340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173612262" sldId="340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173612262" sldId="340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33460482" sldId="341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33460482" sldId="341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88818257" sldId="341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88818257" sldId="341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7:50.053" v="399" actId="20577"/>
        <pc:sldMkLst>
          <pc:docMk/>
          <pc:sldMk cId="2664892747" sldId="3412"/>
        </pc:sldMkLst>
        <pc:spChg chg="mod">
          <ac:chgData name="Erberson Pinheiro" userId="c7a5b9113d4dffce" providerId="LiveId" clId="{D768A21E-9D35-4B36-9BFE-D44E2A829648}" dt="2026-06-23T19:07:50.053" v="399" actId="20577"/>
          <ac:spMkLst>
            <pc:docMk/>
            <pc:sldMk cId="2664892747" sldId="3412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792642468" sldId="3413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07022249" sldId="341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07022249" sldId="341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16366330" sldId="341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16366330" sldId="3415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186445730" sldId="341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186445730" sldId="341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534914030" sldId="3417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08703444" sldId="341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08703444" sldId="341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8:12.807" v="403" actId="20577"/>
        <pc:sldMkLst>
          <pc:docMk/>
          <pc:sldMk cId="336917780" sldId="3419"/>
        </pc:sldMkLst>
        <pc:spChg chg="mod">
          <ac:chgData name="Erberson Pinheiro" userId="c7a5b9113d4dffce" providerId="LiveId" clId="{D768A21E-9D35-4B36-9BFE-D44E2A829648}" dt="2026-06-23T19:08:12.807" v="403" actId="20577"/>
          <ac:spMkLst>
            <pc:docMk/>
            <pc:sldMk cId="336917780" sldId="3419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987621243" sldId="3420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616580576" sldId="342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616580576" sldId="342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68951956" sldId="342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68951956" sldId="342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69733835" sldId="342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69733835" sldId="342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575447747" sldId="3424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71521625" sldId="342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71521625" sldId="342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82210145" sldId="3426"/>
        </pc:sldMkLst>
      </pc:sldChg>
      <pc:sldChg chg="modSp mod modClrScheme chgLayout">
        <pc:chgData name="Erberson Pinheiro" userId="c7a5b9113d4dffce" providerId="LiveId" clId="{D768A21E-9D35-4B36-9BFE-D44E2A829648}" dt="2026-06-23T19:08:59.101" v="411" actId="14100"/>
        <pc:sldMkLst>
          <pc:docMk/>
          <pc:sldMk cId="3419483906" sldId="3427"/>
        </pc:sldMkLst>
        <pc:spChg chg="mod">
          <ac:chgData name="Erberson Pinheiro" userId="c7a5b9113d4dffce" providerId="LiveId" clId="{D768A21E-9D35-4B36-9BFE-D44E2A829648}" dt="2026-06-23T19:08:53.476" v="409" actId="20577"/>
          <ac:spMkLst>
            <pc:docMk/>
            <pc:sldMk cId="3419483906" sldId="3427"/>
            <ac:spMk id="7" creationId="{5EF968C8-4037-1169-8562-F7B71D153ACC}"/>
          </ac:spMkLst>
        </pc:spChg>
        <pc:picChg chg="mod">
          <ac:chgData name="Erberson Pinheiro" userId="c7a5b9113d4dffce" providerId="LiveId" clId="{D768A21E-9D35-4B36-9BFE-D44E2A829648}" dt="2026-06-23T19:08:59.101" v="411" actId="14100"/>
          <ac:picMkLst>
            <pc:docMk/>
            <pc:sldMk cId="3419483906" sldId="3427"/>
            <ac:picMk id="5" creationId="{A75FD03D-AC45-AD5D-70BF-75501EAE7839}"/>
          </ac:picMkLst>
        </pc:pic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52794531" sldId="342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52794531" sldId="342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957917737" sldId="342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957917737" sldId="342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722465416" sldId="343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722465416" sldId="343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077635571" sldId="3431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24555252" sldId="343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24555252" sldId="343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013078286" sldId="3433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27475430" sldId="3434"/>
        </pc:sldMkLst>
      </pc:sldChg>
      <pc:sldChg chg="modSp mod modClrScheme chgLayout">
        <pc:chgData name="Erberson Pinheiro" userId="c7a5b9113d4dffce" providerId="LiveId" clId="{D768A21E-9D35-4B36-9BFE-D44E2A829648}" dt="2026-06-23T19:33:05.644" v="415" actId="20577"/>
        <pc:sldMkLst>
          <pc:docMk/>
          <pc:sldMk cId="3741985215" sldId="3435"/>
        </pc:sldMkLst>
        <pc:spChg chg="mod">
          <ac:chgData name="Erberson Pinheiro" userId="c7a5b9113d4dffce" providerId="LiveId" clId="{D768A21E-9D35-4B36-9BFE-D44E2A829648}" dt="2026-06-23T19:33:05.644" v="415" actId="20577"/>
          <ac:spMkLst>
            <pc:docMk/>
            <pc:sldMk cId="3741985215" sldId="3435"/>
            <ac:spMk id="3" creationId="{29B88601-D8A7-B385-2004-3DD5E81D3FFC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934845563" sldId="343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934845563" sldId="343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68744313" sldId="343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68744313" sldId="343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928026179" sldId="343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928026179" sldId="343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1614315" sldId="343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6271501" sldId="344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6271501" sldId="344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33:19.784" v="419" actId="20577"/>
        <pc:sldMkLst>
          <pc:docMk/>
          <pc:sldMk cId="531289285" sldId="3441"/>
        </pc:sldMkLst>
        <pc:spChg chg="mod">
          <ac:chgData name="Erberson Pinheiro" userId="c7a5b9113d4dffce" providerId="LiveId" clId="{D768A21E-9D35-4B36-9BFE-D44E2A829648}" dt="2026-06-23T19:33:19.784" v="419" actId="20577"/>
          <ac:spMkLst>
            <pc:docMk/>
            <pc:sldMk cId="531289285" sldId="3441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951164766" sldId="344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38770417" sldId="344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38770417" sldId="344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98643823" sldId="344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98643823" sldId="344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096796780" sldId="344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096796780" sldId="344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394957126" sldId="3446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14418948" sldId="344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14418948" sldId="344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716417826" sldId="3448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3174670" sldId="344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151957562" sldId="345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151957562" sldId="345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76267498" sldId="345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76267498" sldId="345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002381229" sldId="345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002381229" sldId="345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611916957" sldId="3453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59433163" sldId="345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59433163" sldId="345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468528457" sldId="3455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44749337" sldId="3456"/>
        </pc:sldMkLst>
      </pc:sldChg>
      <pc:sldChg chg="modSp mod modClrScheme chgLayout">
        <pc:chgData name="Erberson Pinheiro" userId="c7a5b9113d4dffce" providerId="LiveId" clId="{D768A21E-9D35-4B36-9BFE-D44E2A829648}" dt="2026-06-23T19:35:09.751" v="423" actId="20577"/>
        <pc:sldMkLst>
          <pc:docMk/>
          <pc:sldMk cId="3571336429" sldId="3457"/>
        </pc:sldMkLst>
        <pc:spChg chg="mod">
          <ac:chgData name="Erberson Pinheiro" userId="c7a5b9113d4dffce" providerId="LiveId" clId="{D768A21E-9D35-4B36-9BFE-D44E2A829648}" dt="2026-06-23T19:35:09.751" v="423" actId="20577"/>
          <ac:spMkLst>
            <pc:docMk/>
            <pc:sldMk cId="3571336429" sldId="3457"/>
            <ac:spMk id="3" creationId="{71F2CD86-733C-4386-DA4C-D56546B954E9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25410414" sldId="345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25410414" sldId="345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38747040" sldId="345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38747040" sldId="345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579847394" sldId="346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579847394" sldId="346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985626730" sldId="3461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52618537" sldId="346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52618537" sldId="346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639423398" sldId="3463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199103922" sldId="3464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805712491" sldId="3465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85795656" sldId="346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85795656" sldId="346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92140257" sldId="346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92140257" sldId="346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276680884" sldId="346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276680884" sldId="346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012217104" sldId="346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99546090" sldId="347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99546090" sldId="347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666708205" sldId="3471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708271400" sldId="347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86959444" sldId="347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86959444" sldId="347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634964099" sldId="347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634964099" sldId="347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273055111" sldId="347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273055111" sldId="347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505437225" sldId="3476"/>
        </pc:sldMkLst>
      </pc:sldChg>
      <pc:sldMasterChg chg="delSldLayout modSldLayout sldLayoutOrd">
        <pc:chgData name="Erberson Pinheiro" userId="c7a5b9113d4dffce" providerId="LiveId" clId="{D768A21E-9D35-4B36-9BFE-D44E2A829648}" dt="2026-06-23T19:06:25.709" v="394"/>
        <pc:sldMasterMkLst>
          <pc:docMk/>
          <pc:sldMasterMk cId="2907016641" sldId="2147484323"/>
        </pc:sldMasterMkLst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687336852" sldId="214748433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018119888" sldId="214748433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6" creationId="{A7258081-001C-46AB-B235-24B9B68DB29E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57985111" sldId="214748433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6" creationId="{86959E3D-8EAC-4E85-A452-C92A674E415A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598396169" sldId="214748433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36302227" sldId="214748434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040334149" sldId="214748434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0186071" sldId="214748434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73394114" sldId="214748434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16022671" sldId="214748434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37183631" sldId="214748434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50536490" sldId="214748434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69808009" sldId="214748434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264685921" sldId="214748434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82209970" sldId="214748435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40381304" sldId="214748435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95822488" sldId="214748435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298088909" sldId="214748435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09183847" sldId="214748435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87292340" sldId="214748435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6062820" sldId="214748435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40944612" sldId="214748435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36714489" sldId="214748435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38528911" sldId="214748436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10813463" sldId="214748436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45214134" sldId="214748436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38992541" sldId="214748436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833151999" sldId="214748436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8235358" sldId="214748436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9089886" sldId="214748436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5033569" sldId="214748436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89199496" sldId="214748436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0198645" sldId="214748436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33125310" sldId="214748437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6" creationId="{BDA06A84-6E45-487F-8876-E535A176227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82713741" sldId="214748437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69004160" sldId="214748437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58990611" sldId="214748437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65930107" sldId="214748437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62262642" sldId="214748437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02160540" sldId="214748437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77151557" sldId="214748437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81281109" sldId="214748437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4565675" sldId="214748438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389854204" sldId="214748438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72439108" sldId="214748438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642859732" sldId="214748438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043202456" sldId="214748438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29277657" sldId="214748438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1231827" sldId="214748438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0996881" sldId="214748438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73121982" sldId="214748438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18951566" sldId="214748439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09736087" sldId="214748439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83016806" sldId="214748439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016433117" sldId="214748439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07366933" sldId="214748439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61446725" sldId="214748439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113011724" sldId="214748439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39022090" sldId="214748439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737964574" sldId="214748439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37023635" sldId="214748440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91763807" sldId="214748440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540567628" sldId="214748440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99921479" sldId="214748440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40408227" sldId="214748440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90088489" sldId="214748440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31633314" sldId="214748440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9020569" sldId="214748440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990195668" sldId="214748440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46608495" sldId="214748441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00256663" sldId="214748441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33402341" sldId="214748441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91392346" sldId="214748441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48492889" sldId="214748441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452547990" sldId="214748441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088278425" sldId="214748441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48316084" sldId="214748441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22375249" sldId="214748441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665797764" sldId="214748442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48336698" sldId="214748442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6714066" sldId="214748442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792994895" sldId="214748442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296773898" sldId="214748442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98312522" sldId="214748442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24077153" sldId="214748442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98091418" sldId="214748442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23216301" sldId="214748442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88818031" sldId="214748442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66558270" sldId="214748443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4170643355" sldId="214748443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15944203" sldId="214748443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435935209" sldId="214748443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037115555" sldId="214748443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20263564" sldId="214748443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95458065" sldId="214748443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9046575" sldId="214748443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390340494" sldId="214748443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40905962" sldId="214748444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43381002" sldId="214748444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1898749" sldId="214748444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4119730531" sldId="214748444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558365050" sldId="214748444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65390006" sldId="214748444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37023841" sldId="214748444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59783996" sldId="214748444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96291841" sldId="214748444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24446171" sldId="214748445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41484821" sldId="214748445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09888259" sldId="214748445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61764902" sldId="214748445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88633270" sldId="214748445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825166527" sldId="214748445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234731201" sldId="214748445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91484254" sldId="214748445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6772553" sldId="214748445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30905031" sldId="214748446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27565271" sldId="214748446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965118701" sldId="214748446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62906083" sldId="214748446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4726972" sldId="214748446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05836155" sldId="214748446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711545197" sldId="214748446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70129517" sldId="214748446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9423464" sldId="214748446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567536754" sldId="214748447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646488" sldId="214748447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8539798" sldId="214748447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678401153" sldId="214748447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08058184" sldId="214748447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37324599" sldId="214748447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30970126" sldId="214748447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7294897" sldId="214748447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90328444" sldId="214748447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476896423" sldId="214748448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6" creationId="{14238AAE-AC7C-4D49-A82E-267E22515B8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04917834" sldId="214748448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079379593" sldId="214748448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4186390" sldId="214748448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17375248" sldId="214748448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4572294" sldId="214748448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704538396" sldId="214748448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56690782" sldId="214748448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09554748" sldId="214748448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52630472" sldId="214748448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927069691" sldId="214748449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6" creationId="{BDA06A84-6E45-487F-8876-E535A1762275}"/>
            </ac:spMkLst>
          </pc:spChg>
        </pc:sldLayoutChg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20619876" sldId="214748433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699597897" sldId="214748434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710638776" sldId="2147484359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3049305960" sldId="2147484371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342238935" sldId="2147484383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533684949" sldId="214748439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3933778" sldId="214748440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3871086452" sldId="2147484419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640608390" sldId="2147484431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914353434" sldId="2147484443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507457940" sldId="214748445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179796662" sldId="214748446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848138563" sldId="2147484479"/>
        </pc:sldMasterMkLst>
      </pc:sldMasterChg>
    </pc:docChg>
  </pc:docChgLst>
</pc:chgInfo>
</file>

<file path=ppt/slideLayouts/_rels/slideLayout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5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6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8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9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0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0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24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52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10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96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53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45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25978"/>
      </p:ext>
    </p:extLst>
  </p:cSld>
  <p:clrMapOvr>
    <a:masterClrMapping/>
  </p:clrMapOvr>
</p:sldLayout>
</file>

<file path=ppt/slideMasters/_rels/slideMaster1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slideLayout" Target="../slideLayouts/slideLayout2.xml"/><ns0:Relationship Id="rId3" Type="http://schemas.openxmlformats.org/officeDocument/2006/relationships/slideLayout" Target="../slideLayouts/slideLayout3.xml"/><ns0:Relationship Id="rId4" Type="http://schemas.openxmlformats.org/officeDocument/2006/relationships/theme" Target="../theme/theme1.xml"/><ns0:Relationship Id="rId5" Type="http://schemas.openxmlformats.org/officeDocument/2006/relationships/slideLayout" Target="../slideLayouts/slideLayout4.xml"/><ns0:Relationship Id="rId6" Type="http://schemas.openxmlformats.org/officeDocument/2006/relationships/slideLayout" Target="../slideLayouts/slideLayout5.xml"/><ns0:Relationship Id="rId7" Type="http://schemas.openxmlformats.org/officeDocument/2006/relationships/slideLayout" Target="../slideLayouts/slideLayout6.xml"/><ns0:Relationship Id="rId8" Type="http://schemas.openxmlformats.org/officeDocument/2006/relationships/slideLayout" Target="../slideLayouts/slideLayout7.xml"/><ns0:Relationship Id="rId9" Type="http://schemas.openxmlformats.org/officeDocument/2006/relationships/slideLayout" Target="../slideLayouts/slideLayout8.xml"/><ns0:Relationship Id="rId10" Type="http://schemas.openxmlformats.org/officeDocument/2006/relationships/slideLayout" Target="../slideLayouts/slideLayout9.xml"/><ns0:Relationship Id="rId11" Type="http://schemas.openxmlformats.org/officeDocument/2006/relationships/slideLayout" Target="../slideLayouts/slideLayout10.xml"/><ns0:Relationship Id="rId12" Type="http://schemas.openxmlformats.org/officeDocument/2006/relationships/slideLayout" Target="../slideLayouts/slideLayout11.xml"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24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6"/>
    <p:sldLayoutId id="2147483998" r:id="rId5"/>
    <p:sldLayoutId id="2147483999" r:id="rId2"/>
    <p:sldLayoutId id="2147484000" r:id="rId11"/>
    <p:sldLayoutId id="2147484001" r:id="rId9"/>
    <p:sldLayoutId id="2147484002" r:id="rId7"/>
    <p:sldLayoutId id="2147484003" r:id="rId3"/>
    <p:sldLayoutId id="2147484004" r:id="rId1"/>
    <p:sldLayoutId id="2147484005" r:id="rId12"/>
    <p:sldLayoutId id="2147484006" r:id="rId10"/>
    <p:sldLayoutId id="21474840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2_TAIL_1.jpg"/><ns0:Relationship Id="rId2" Type="http://schemas.openxmlformats.org/officeDocument/2006/relationships/slideLayout" Target="../slideLayouts/slideLayout4.xml"/></ns0:Relationships>
</file>

<file path=ppt/slides/_rels/slide2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3_TAIL_2.png"/><ns0:Relationship Id="rId2" Type="http://schemas.openxmlformats.org/officeDocument/2006/relationships/slideLayout" Target="../slideLayouts/slideLayout4.xml"/></ns0:Relationships>
</file>

<file path=ppt/slides/_rels/slide3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3_TAIL_3.jpeg"/><ns0:Relationship Id="rId2" Type="http://schemas.openxmlformats.org/officeDocument/2006/relationships/slideLayout" Target="../slideLayouts/slideLayout3.xml"/></ns0:Relationships>
</file>

<file path=ppt/slides/_rels/slide4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4_TAIL_4.png"/><ns0:Relationship Id="rId2" Type="http://schemas.openxmlformats.org/officeDocument/2006/relationships/slideLayout" Target="../slideLayouts/slideLayout3.xml"/></ns0:Relationships>
</file>

<file path=ppt/slides/_rels/slide5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4_TAIL_5.jpeg"/><ns0:Relationship Id="rId2" Type="http://schemas.openxmlformats.org/officeDocument/2006/relationships/slideLayout" Target="../slideLayouts/slideLayout4.xml"/></ns0:Relationships>
</file>

<file path=ppt/slides/_rels/slide6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5_TAIL_6.jpeg"/><ns0:Relationship Id="rId2" Type="http://schemas.openxmlformats.org/officeDocument/2006/relationships/slideLayout" Target="../slideLayouts/slideLayout4.xml"/></ns0:Relationships>
</file>

<file path=ppt/slides/_rels/slide7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6_TAIL_7.jpeg"/><ns0:Relationship Id="rId2" Type="http://schemas.openxmlformats.org/officeDocument/2006/relationships/slideLayout" Target="../slideLayouts/slideLayout3.xml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DC7B19-8EEE-21C2-6C2F-AF2DEE6219FB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0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F73E86D7-7ABF-CBBB-0B76-2ECE124761DF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3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ACABC4CC-CB0C-27A1-D831-CCA24E302D20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1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9F9BD4-EC06-47AF-BE6D-E49943CE9D80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8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9CBE742-606A-4406-6D67-FDF7A89002C0}"/>
              </a:ext>
            </a:extLst>
          </p:cNvPr>
          <p:cNvSpPr/>
          <p:nvPr/>
        </p:nvSpPr>
        <p:spPr>
          <a:xfrm>
            <a:off x="410817" y="106017"/>
            <a:ext cx="11386268" cy="107342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Milhares de professores da EBD tem usado nossos slides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Faça parte desse grupo</a:t>
            </a:r>
          </a:p>
        </p:txBody>
      </p:sp>
      <p:pic>
        <p:nvPicPr>
          <p:cNvPr id="3" name="Imagem 2" descr="Uma imagem contendo placa, placar&#10;&#10;Descrição gerada automaticamente">
            <a:extLst>
              <a:ext uri="{FF2B5EF4-FFF2-40B4-BE49-F238E27FC236}">
                <a16:creationId xmlns:a16="http://schemas.microsoft.com/office/drawing/2014/main" id="{6ACBB6C4-D65C-8581-7B06-3948EC248F2D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1620"/>
            <a:ext cx="12192000" cy="37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6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texto, placa, homem, edifício&#10;&#10;Descrição gerada automaticamente">
            <a:extLst>
              <a:ext uri="{FF2B5EF4-FFF2-40B4-BE49-F238E27FC236}">
                <a16:creationId xmlns:a16="http://schemas.microsoft.com/office/drawing/2014/main" id="{0C940197-E1DA-D687-EB36-8DA409858C8D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3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A35C780-302F-E77E-A060-1A7430E4088A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5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244E3A0-A26D-481D-8CB1-1BAEB75D2899}"/>
  <p:tag name="ISPRING_RESOURCE_FOLDER" val="C:\Users\Erberson\OneDrive\1-EBD em Foco\Lições Bíblicas\2º trimestre de 2016\Lição 1\A_Epistola_aos_Romanos\"/>
  <p:tag name="ISPRING_PRESENTATION_PATH" val="C:\Users\Erberson\OneDrive\1-EBD em Foco\Lições Bíblicas\2º trimestre de 2016\Lição 1\A_Epistola_aos_Romanos.pptx"/>
  <p:tag name="ISPRING_PROJECT_FOLDER_UPDATED" val="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23510</TotalTime>
  <Words>1900</Words>
  <Application>Microsoft Office PowerPoint</Application>
  <PresentationFormat>Widescreen</PresentationFormat>
  <Paragraphs>167</Paragraphs>
  <Slides>107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107</vt:i4>
      </vt:variant>
    </vt:vector>
  </HeadingPairs>
  <TitlesOfParts>
    <vt:vector size="115" baseType="lpstr">
      <vt:lpstr>Arial</vt:lpstr>
      <vt:lpstr>Bernard MT Condensed</vt:lpstr>
      <vt:lpstr>Calibri</vt:lpstr>
      <vt:lpstr>Calibri Light</vt:lpstr>
      <vt:lpstr>Georgia</vt:lpstr>
      <vt:lpstr>Poppins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DEUS CHAMA ABRÃO</vt:lpstr>
      <vt:lpstr>II – A OBEDIÊNCIA DE ABRÃO A DEUS</vt:lpstr>
      <vt:lpstr>III – AS LUTAS QUE ABRÃO ENFRENTOU AO CHEGAR A CANAÃ</vt:lpstr>
      <vt:lpstr>Apresentação do PowerPoint</vt:lpstr>
      <vt:lpstr> INTRODUÇÃO</vt:lpstr>
      <vt:lpstr>Apresentação do PowerPoint</vt:lpstr>
      <vt:lpstr>Apresentação do PowerPoint</vt:lpstr>
      <vt:lpstr>I – ABRÃO VOLTA DO EGITO PARA CANAÃ</vt:lpstr>
      <vt:lpstr>II – AS CONSEQUÊNCIAS DAS ESCOLHAS</vt:lpstr>
      <vt:lpstr>III – OS ALTARES ERGUIDOS POR ABRÃO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O PAI DA FÉ E A TENTATIVA DE AJUDAR A DEUS</vt:lpstr>
      <vt:lpstr>II – AS CONSEQUÊNCIAS DE AGIR POR CONTA PRÓPRIA</vt:lpstr>
      <vt:lpstr>III – O DEUS QUE CONDUZ A HISTÓRIA</vt:lpstr>
      <vt:lpstr>Apresentação do PowerPoint</vt:lpstr>
      <vt:lpstr> INTRODUÇÃO</vt:lpstr>
      <vt:lpstr>Apresentação do PowerPoint</vt:lpstr>
      <vt:lpstr>Apresentação do PowerPoint</vt:lpstr>
      <vt:lpstr>I – DEUS MUDA O NOME DE ABRÃO E DE SARAI</vt:lpstr>
      <vt:lpstr>II – A CONFIRMAÇÃO DO CONCERTO DE DEUS COM ABRAÃO</vt:lpstr>
      <vt:lpstr>III – O PACTO PERPÉTUO DA CIRCUNCISÃO</vt:lpstr>
      <vt:lpstr>Apresentação do PowerPoint</vt:lpstr>
      <vt:lpstr> INTRODUÇÃO</vt:lpstr>
      <vt:lpstr>Apresentação do PowerPoint</vt:lpstr>
      <vt:lpstr>Apresentação do PowerPoint</vt:lpstr>
      <vt:lpstr>I – OS ANJOS VISITAM ABRAÃO</vt:lpstr>
      <vt:lpstr>II – DEUS ANUNCIA SEUS PLANOS A ABRAÃO</vt:lpstr>
      <vt:lpstr>III – A DESTRUIÇÃO DE SODOMA E GOMORRA</vt:lpstr>
      <vt:lpstr>Apresentação do PowerPoint</vt:lpstr>
      <vt:lpstr> INTRODUÇÃO</vt:lpstr>
      <vt:lpstr>Apresentação do PowerPoint</vt:lpstr>
      <vt:lpstr>Apresentação do PowerPoint</vt:lpstr>
      <vt:lpstr>I – AS CONSEQUÊNCIAS DA IMPACIÊNCIA DE SARA</vt:lpstr>
      <vt:lpstr>II – ABRAÃO TEM QUE TOMAR UMA ATITUDE</vt:lpstr>
      <vt:lpstr>III – AGAR E ISMAEL DEIXAM A CASA DE ABRAÃO</vt:lpstr>
      <vt:lpstr>Apresentação do PowerPoint</vt:lpstr>
      <vt:lpstr> INTRODUÇÃO</vt:lpstr>
      <vt:lpstr>Apresentação do PowerPoint</vt:lpstr>
      <vt:lpstr>Apresentação do PowerPoint</vt:lpstr>
      <vt:lpstr>I – ABRAÃO TEM A SUA FÉ PROVADA</vt:lpstr>
      <vt:lpstr>II – A PROMESSA CONFIRMADA</vt:lpstr>
      <vt:lpstr>III –  ABRAÃO OFERECEU SEU ÚNICO FILHO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 A FOME NA TERRA</vt:lpstr>
      <vt:lpstr>II – A INVEJA CONTRA ISAQUE</vt:lpstr>
      <vt:lpstr>III – DEUS APARECE A ISAQUE</vt:lpstr>
      <vt:lpstr>Apresentação do PowerPoint</vt:lpstr>
      <vt:lpstr> INTRODUÇÃO</vt:lpstr>
      <vt:lpstr>Apresentação do PowerPoint</vt:lpstr>
      <vt:lpstr>Apresentação do PowerPoint</vt:lpstr>
      <vt:lpstr>I – OS FILHOS DE ISAQUE</vt:lpstr>
      <vt:lpstr>II – ESAÚ VENDE SUA PRIMOGENITURA</vt:lpstr>
      <vt:lpstr>III – REBECA INDUZ JACÓ AO PECADO</vt:lpstr>
      <vt:lpstr>Apresentação do PowerPoint</vt:lpstr>
      <vt:lpstr> INTRODUÇÃO</vt:lpstr>
      <vt:lpstr>Apresentação do PowerPoint</vt:lpstr>
      <vt:lpstr>Apresentação do PowerPoint</vt:lpstr>
      <vt:lpstr>I – UM SONHO QUE MUDOU UMA VIDA</vt:lpstr>
      <vt:lpstr>II – AS DESCOBERTAS DE JACÓ</vt:lpstr>
      <vt:lpstr>III – A COLUNA DE BETEL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A FAMÍLIA DE JACÓ</vt:lpstr>
      <vt:lpstr>II – JACÓ DESEJA RETORNAR À SUA TERRA</vt:lpstr>
      <vt:lpstr>III – JACÓ NO VAU DO JABOQUE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 IRMÃOS EM CONFLITO</vt:lpstr>
      <vt:lpstr>II – O ENCONTRO ENTRE JACÓ E ESAÚ</vt:lpstr>
      <vt:lpstr>III – A FAMÍLIA DE JACÓ SEGUE SEU CAMINHO</vt:lpstr>
      <vt:lpstr>Apresentação do PowerPoint</vt:lpstr>
      <vt:lpstr> INTRODUÇÃO</vt:lpstr>
      <vt:lpstr>Apresentação do PowerPoint</vt:lpstr>
      <vt:lpstr>Apresentação do PowerPoint</vt:lpstr>
      <vt:lpstr>I – O LEGADO DE ABRAÃO</vt:lpstr>
      <vt:lpstr>II – O LEGADO DE ISAQUE</vt:lpstr>
      <vt:lpstr>III – O LEGADO DE JACÓ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Erberson Pinheiro</dc:creator>
  <cp:lastModifiedBy>Erberson Pinheiro</cp:lastModifiedBy>
  <cp:revision>1183</cp:revision>
  <dcterms:created xsi:type="dcterms:W3CDTF">2016-03-25T20:11:02Z</dcterms:created>
  <dcterms:modified xsi:type="dcterms:W3CDTF">2026-06-24T03:05:29Z</dcterms:modified>
</cp:coreProperties>
</file>