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1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E30"/>
    <a:srgbClr val="000D26"/>
    <a:srgbClr val="FF0000"/>
    <a:srgbClr val="CC3300"/>
    <a:srgbClr val="D15447"/>
    <a:srgbClr val="954ECA"/>
    <a:srgbClr val="A83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6B7A1-5A8B-40EE-81D7-5809645D5E8F}" v="45" dt="2026-06-24T03:19:27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72"/>
      </p:cViewPr>
      <p:guideLst>
        <p:guide orient="horz" pos="2251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berson Pinheiro" userId="c7a5b9113d4dffce" providerId="LiveId" clId="{D768A21E-9D35-4B36-9BFE-D44E2A829648}"/>
    <pc:docChg chg="custSel addSld delSld modSld delMainMaster modMainMaster">
      <pc:chgData name="Erberson Pinheiro" userId="c7a5b9113d4dffce" providerId="LiveId" clId="{D768A21E-9D35-4B36-9BFE-D44E2A829648}" dt="2026-06-24T03:19:27.127" v="229" actId="20577"/>
      <pc:docMkLst>
        <pc:docMk/>
      </pc:docMkLst>
      <pc:sldChg chg="addSp delSp modSp mod">
        <pc:chgData name="Erberson Pinheiro" userId="c7a5b9113d4dffce" providerId="LiveId" clId="{D768A21E-9D35-4B36-9BFE-D44E2A829648}" dt="2026-06-24T03:09:53.469" v="184"/>
        <pc:sldMkLst>
          <pc:docMk/>
          <pc:sldMk cId="41789574" sldId="1956"/>
        </pc:sldMkLst>
        <pc:picChg chg="del">
          <ac:chgData name="Erberson Pinheiro" userId="c7a5b9113d4dffce" providerId="LiveId" clId="{D768A21E-9D35-4B36-9BFE-D44E2A829648}" dt="2026-06-24T03:09:46.769" v="182" actId="478"/>
          <ac:picMkLst>
            <pc:docMk/>
            <pc:sldMk cId="41789574" sldId="1956"/>
            <ac:picMk id="2" creationId="{61828DDE-5B7B-DC76-208B-91A572BCB8E4}"/>
          </ac:picMkLst>
        </pc:picChg>
        <pc:picChg chg="add mod">
          <ac:chgData name="Erberson Pinheiro" userId="c7a5b9113d4dffce" providerId="LiveId" clId="{D768A21E-9D35-4B36-9BFE-D44E2A829648}" dt="2026-06-24T03:09:53.469" v="184"/>
          <ac:picMkLst>
            <pc:docMk/>
            <pc:sldMk cId="41789574" sldId="1956"/>
            <ac:picMk id="4" creationId="{969E61FB-6442-34A1-AED8-E5870316CE52}"/>
          </ac:picMkLst>
        </pc:picChg>
      </pc:sldChg>
      <pc:sldChg chg="addSp delSp modSp add mod setBg">
        <pc:chgData name="Erberson Pinheiro" userId="c7a5b9113d4dffce" providerId="LiveId" clId="{D768A21E-9D35-4B36-9BFE-D44E2A829648}" dt="2026-06-24T03:09:39.910" v="178" actId="14100"/>
        <pc:sldMkLst>
          <pc:docMk/>
          <pc:sldMk cId="2873294180" sldId="2054"/>
        </pc:sldMkLst>
        <pc:picChg chg="add mod">
          <ac:chgData name="Erberson Pinheiro" userId="c7a5b9113d4dffce" providerId="LiveId" clId="{D768A21E-9D35-4B36-9BFE-D44E2A829648}" dt="2026-06-24T03:09:39.910" v="178" actId="14100"/>
          <ac:picMkLst>
            <pc:docMk/>
            <pc:sldMk cId="2873294180" sldId="2054"/>
            <ac:picMk id="3" creationId="{EA54F178-A140-305F-B207-F5AD1E4A592C}"/>
          </ac:picMkLst>
        </pc:picChg>
        <pc:picChg chg="add del mod">
          <ac:chgData name="Erberson Pinheiro" userId="c7a5b9113d4dffce" providerId="LiveId" clId="{D768A21E-9D35-4B36-9BFE-D44E2A829648}" dt="2026-06-24T03:09:30.621" v="173" actId="478"/>
          <ac:picMkLst>
            <pc:docMk/>
            <pc:sldMk cId="2873294180" sldId="2054"/>
            <ac:picMk id="4" creationId="{AE4F9D65-6BE0-B0E6-0355-81E91FA4BD6E}"/>
          </ac:picMkLst>
        </pc:picChg>
      </pc:sldChg>
      <pc:sldChg chg="modSp">
        <pc:chgData name="Erberson Pinheiro" userId="c7a5b9113d4dffce" providerId="LiveId" clId="{D768A21E-9D35-4B36-9BFE-D44E2A829648}" dt="2026-06-24T03:10:28.019" v="194" actId="20577"/>
        <pc:sldMkLst>
          <pc:docMk/>
          <pc:sldMk cId="2312878774" sldId="2058"/>
        </pc:sldMkLst>
        <pc:spChg chg="mod">
          <ac:chgData name="Erberson Pinheiro" userId="c7a5b9113d4dffce" providerId="LiveId" clId="{D768A21E-9D35-4B36-9BFE-D44E2A829648}" dt="2026-06-24T03:10:28.019" v="194" actId="20577"/>
          <ac:spMkLst>
            <pc:docMk/>
            <pc:sldMk cId="2312878774" sldId="2058"/>
            <ac:spMk id="2" creationId="{DDD70703-B7FC-5701-B0F4-C059F7B5AC30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072247994" sldId="206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16332983" sldId="206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16332983" sldId="206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1:00.123" v="196" actId="20577"/>
        <pc:sldMkLst>
          <pc:docMk/>
          <pc:sldMk cId="1512778901" sldId="2065"/>
        </pc:sldMkLst>
        <pc:spChg chg="mod">
          <ac:chgData name="Erberson Pinheiro" userId="c7a5b9113d4dffce" providerId="LiveId" clId="{D768A21E-9D35-4B36-9BFE-D44E2A829648}" dt="2026-06-24T03:11:00.123" v="196" actId="20577"/>
          <ac:spMkLst>
            <pc:docMk/>
            <pc:sldMk cId="1512778901" sldId="2065"/>
            <ac:spMk id="3" creationId="{B260BF8C-03D0-9CB5-0B75-5B93053FF52F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326082230" sldId="2066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698717038" sldId="2067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064504353" sldId="206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064504353" sldId="206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220338875" sldId="206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220338875" sldId="206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798990074" sldId="207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798990074" sldId="207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761835254" sldId="2071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85137806" sldId="207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85137806" sldId="207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307432208" sldId="2073"/>
        </pc:sldMkLst>
      </pc:sldChg>
      <pc:sldChg chg="modSp mod modClrScheme chgLayout">
        <pc:chgData name="Erberson Pinheiro" userId="c7a5b9113d4dffce" providerId="LiveId" clId="{D768A21E-9D35-4B36-9BFE-D44E2A829648}" dt="2026-06-24T03:12:22.589" v="199" actId="14100"/>
        <pc:sldMkLst>
          <pc:docMk/>
          <pc:sldMk cId="3310361452" sldId="2074"/>
        </pc:sldMkLst>
        <pc:spChg chg="mod">
          <ac:chgData name="Erberson Pinheiro" userId="c7a5b9113d4dffce" providerId="LiveId" clId="{D768A21E-9D35-4B36-9BFE-D44E2A829648}" dt="2026-06-24T03:12:16.540" v="198" actId="20577"/>
          <ac:spMkLst>
            <pc:docMk/>
            <pc:sldMk cId="3310361452" sldId="2074"/>
            <ac:spMk id="6" creationId="{9B646544-2AD5-1D32-6F67-D1BC93CB68B4}"/>
          </ac:spMkLst>
        </pc:spChg>
        <pc:picChg chg="mod">
          <ac:chgData name="Erberson Pinheiro" userId="c7a5b9113d4dffce" providerId="LiveId" clId="{D768A21E-9D35-4B36-9BFE-D44E2A829648}" dt="2026-06-24T03:12:22.589" v="199" actId="14100"/>
          <ac:picMkLst>
            <pc:docMk/>
            <pc:sldMk cId="3310361452" sldId="2074"/>
            <ac:picMk id="2052" creationId="{0C2A720E-1D8F-AAD1-04F1-5D04DBC4FE4C}"/>
          </ac:picMkLst>
        </pc:pic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590468036" sldId="2075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702822074" sldId="207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702822074" sldId="207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015095292" sldId="207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015095292" sldId="207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573338380" sldId="207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573338380" sldId="207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316728586" sldId="207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384480490" sldId="208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384480490" sldId="208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2:40.648" v="201" actId="20577"/>
        <pc:sldMkLst>
          <pc:docMk/>
          <pc:sldMk cId="3097309170" sldId="2081"/>
        </pc:sldMkLst>
        <pc:spChg chg="mod">
          <ac:chgData name="Erberson Pinheiro" userId="c7a5b9113d4dffce" providerId="LiveId" clId="{D768A21E-9D35-4B36-9BFE-D44E2A829648}" dt="2026-06-24T03:12:40.648" v="201" actId="20577"/>
          <ac:spMkLst>
            <pc:docMk/>
            <pc:sldMk cId="3097309170" sldId="2081"/>
            <ac:spMk id="2" creationId="{BB513C5F-20E5-0C2D-0280-6A6FFF9770D5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2:47.100" v="203" actId="20577"/>
        <pc:sldMkLst>
          <pc:docMk/>
          <pc:sldMk cId="649431611" sldId="2082"/>
        </pc:sldMkLst>
        <pc:spChg chg="mod">
          <ac:chgData name="Erberson Pinheiro" userId="c7a5b9113d4dffce" providerId="LiveId" clId="{D768A21E-9D35-4B36-9BFE-D44E2A829648}" dt="2026-06-24T03:12:47.100" v="203" actId="20577"/>
          <ac:spMkLst>
            <pc:docMk/>
            <pc:sldMk cId="649431611" sldId="2082"/>
            <ac:spMk id="6" creationId="{BD1A656C-4F06-54D2-A388-D1D6A8C1EDA4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55742398" sldId="208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55742398" sldId="208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901987831" sldId="208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901987831" sldId="208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60088778" sldId="2085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60088778" sldId="2085"/>
            <ac:spMk id="2" creationId="{A3101A81-CFDA-E29A-2B15-EF1647C80F8E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521334691" sldId="2086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978412531" sldId="208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978412531" sldId="208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6:07.391" v="213" actId="20577"/>
        <pc:sldMkLst>
          <pc:docMk/>
          <pc:sldMk cId="4059903208" sldId="2088"/>
        </pc:sldMkLst>
        <pc:spChg chg="mod">
          <ac:chgData name="Erberson Pinheiro" userId="c7a5b9113d4dffce" providerId="LiveId" clId="{D768A21E-9D35-4B36-9BFE-D44E2A829648}" dt="2026-06-24T03:16:07.391" v="213" actId="20577"/>
          <ac:spMkLst>
            <pc:docMk/>
            <pc:sldMk cId="4059903208" sldId="2088"/>
            <ac:spMk id="6" creationId="{D4D0681B-048E-845D-CFAA-507B780712A0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842118718" sldId="208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842118718" sldId="208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001593035" sldId="209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001593035" sldId="209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168809786" sldId="209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168809786" sldId="2091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793547488" sldId="2092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036111879" sldId="209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036111879" sldId="2093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279827867" sldId="2094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899211657" sldId="2095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505134572" sldId="209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505134572" sldId="209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521907727" sldId="209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521907727" sldId="209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121052151" sldId="209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121052151" sldId="209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931873858" sldId="209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97223389" sldId="210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97223389" sldId="210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843748905" sldId="2101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083860860" sldId="2102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18154109" sldId="210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18154109" sldId="210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047631057" sldId="210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047631057" sldId="210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06563298" sldId="2105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06563298" sldId="210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104298014" sldId="2106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998178095" sldId="210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998178095" sldId="2107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746163902" sldId="2108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532610002" sldId="210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622915902" sldId="211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622915902" sldId="211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413230917" sldId="211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413230917" sldId="211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681252279" sldId="211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681252279" sldId="211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716541900" sldId="211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860299791" sldId="211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860299791" sldId="211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8:01.437" v="215" actId="20577"/>
        <pc:sldMkLst>
          <pc:docMk/>
          <pc:sldMk cId="1517615141" sldId="2115"/>
        </pc:sldMkLst>
        <pc:spChg chg="mod">
          <ac:chgData name="Erberson Pinheiro" userId="c7a5b9113d4dffce" providerId="LiveId" clId="{D768A21E-9D35-4B36-9BFE-D44E2A829648}" dt="2026-06-24T03:18:01.437" v="215" actId="20577"/>
          <ac:spMkLst>
            <pc:docMk/>
            <pc:sldMk cId="1517615141" sldId="2115"/>
            <ac:spMk id="2" creationId="{A75F2F1C-0CCC-EFDE-C3D3-5A1C4BC3429D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8:07.978" v="217" actId="20577"/>
        <pc:sldMkLst>
          <pc:docMk/>
          <pc:sldMk cId="2947007458" sldId="2116"/>
        </pc:sldMkLst>
        <pc:spChg chg="mod">
          <ac:chgData name="Erberson Pinheiro" userId="c7a5b9113d4dffce" providerId="LiveId" clId="{D768A21E-9D35-4B36-9BFE-D44E2A829648}" dt="2026-06-24T03:18:07.978" v="217" actId="20577"/>
          <ac:spMkLst>
            <pc:docMk/>
            <pc:sldMk cId="2947007458" sldId="2116"/>
            <ac:spMk id="3" creationId="{96DB5453-046F-42F7-AB42-00DE584C2844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99815292" sldId="211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99815292" sldId="211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05166825" sldId="211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05166825" sldId="211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349527091" sldId="211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349527091" sldId="2119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798809803" sldId="2120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259221214" sldId="212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259221214" sldId="212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18:17.979" v="219" actId="20577"/>
        <pc:sldMkLst>
          <pc:docMk/>
          <pc:sldMk cId="4051738671" sldId="2122"/>
        </pc:sldMkLst>
        <pc:spChg chg="mod">
          <ac:chgData name="Erberson Pinheiro" userId="c7a5b9113d4dffce" providerId="LiveId" clId="{D768A21E-9D35-4B36-9BFE-D44E2A829648}" dt="2026-06-24T03:18:17.979" v="219" actId="20577"/>
          <ac:spMkLst>
            <pc:docMk/>
            <pc:sldMk cId="4051738671" sldId="2122"/>
            <ac:spMk id="3" creationId="{B260BF8C-03D0-9CB5-0B75-5B93053FF52F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182707232" sldId="212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423718325" sldId="212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423718325" sldId="212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511037832" sldId="2125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511037832" sldId="2125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053592586" sldId="212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053592586" sldId="2126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620071130" sldId="2127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94723570" sldId="212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94723570" sldId="212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4184814576" sldId="2129"/>
        </pc:sldMkLst>
      </pc:sldChg>
      <pc:sldChg chg="modSp mod modClrScheme chgLayout">
        <pc:chgData name="Erberson Pinheiro" userId="c7a5b9113d4dffce" providerId="LiveId" clId="{D768A21E-9D35-4B36-9BFE-D44E2A829648}" dt="2026-06-24T03:19:27.127" v="229" actId="20577"/>
        <pc:sldMkLst>
          <pc:docMk/>
          <pc:sldMk cId="1501227811" sldId="2130"/>
        </pc:sldMkLst>
        <pc:spChg chg="mod">
          <ac:chgData name="Erberson Pinheiro" userId="c7a5b9113d4dffce" providerId="LiveId" clId="{D768A21E-9D35-4B36-9BFE-D44E2A829648}" dt="2026-06-24T03:19:27.127" v="229" actId="20577"/>
          <ac:spMkLst>
            <pc:docMk/>
            <pc:sldMk cId="1501227811" sldId="2130"/>
            <ac:spMk id="6" creationId="{9B646544-2AD5-1D32-6F67-D1BC93CB68B4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456706152" sldId="2131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4217680705" sldId="213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4217680705" sldId="2132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763956679" sldId="2133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763956679" sldId="213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869674060" sldId="213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869674060" sldId="2134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167371459" sldId="2135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664412769" sldId="2136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664412769" sldId="2136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2567342322" sldId="2137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087107190" sldId="2138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3111576835" sldId="2139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207855695" sldId="2140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207855695" sldId="214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899354349" sldId="2141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899354349" sldId="214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753356936" sldId="2142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753356936" sldId="214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1403914020" sldId="2143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3372753382" sldId="2144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3372753382" sldId="2144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878385411" sldId="2145"/>
        </pc:sldMkLst>
      </pc:sldChg>
      <pc:sldChg chg="mod modClrScheme chgLayout">
        <pc:chgData name="Erberson Pinheiro" userId="c7a5b9113d4dffce" providerId="LiveId" clId="{D768A21E-9D35-4B36-9BFE-D44E2A829648}" dt="2026-06-24T03:09:40.059" v="181"/>
        <pc:sldMkLst>
          <pc:docMk/>
          <pc:sldMk cId="4157216534" sldId="2146"/>
        </pc:sldMkLst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633560793" sldId="2147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633560793" sldId="214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2225070693" sldId="2148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2225070693" sldId="214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4T03:09:40.059" v="181"/>
        <pc:sldMkLst>
          <pc:docMk/>
          <pc:sldMk cId="1020500012" sldId="2149"/>
        </pc:sldMkLst>
        <pc:spChg chg="mod ord">
          <ac:chgData name="Erberson Pinheiro" userId="c7a5b9113d4dffce" providerId="LiveId" clId="{D768A21E-9D35-4B36-9BFE-D44E2A829648}" dt="2026-06-24T03:09:40.059" v="181"/>
          <ac:spMkLst>
            <pc:docMk/>
            <pc:sldMk cId="1020500012" sldId="2149"/>
            <ac:spMk id="2" creationId="{8374BC62-498A-4B31-AC26-B3FBB7D7A637}"/>
          </ac:spMkLst>
        </pc:spChg>
      </pc:sldChg>
      <pc:sldMasterChg chg="delSldLayout modSldLayout sldLayoutOrd">
        <pc:chgData name="Erberson Pinheiro" userId="c7a5b9113d4dffce" providerId="LiveId" clId="{D768A21E-9D35-4B36-9BFE-D44E2A829648}" dt="2026-06-24T03:09:40.021" v="180"/>
        <pc:sldMasterMkLst>
          <pc:docMk/>
          <pc:sldMasterMk cId="1842513946" sldId="2147484164"/>
        </pc:sldMasterMkLst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785108204" sldId="214748417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5108204" sldId="2147484177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476688461" sldId="214748417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76688461" sldId="2147484178"/>
              <ac:spMk id="6" creationId="{A7258081-001C-46AB-B235-24B9B68DB29E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22761040" sldId="214748417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2761040" sldId="2147484179"/>
              <ac:spMk id="6" creationId="{86959E3D-8EAC-4E85-A452-C92A674E415A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78349704" sldId="214748418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8349704" sldId="2147484180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29775097" sldId="214748418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29775097" sldId="2147484181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20949958" sldId="214748418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20949958" sldId="2147484182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65080936" sldId="214748418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65080936" sldId="2147484183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65080936" sldId="2147484183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65080936" sldId="2147484183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85713567" sldId="214748418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5713567" sldId="2147484184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79484977" sldId="214748418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79484977" sldId="2147484185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300400684" sldId="214748418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0400684" sldId="2147484186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88079479" sldId="214748418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8079479" sldId="2147484187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82707611" sldId="214748418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2707611" sldId="2147484189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058405534" sldId="214748419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58405534" sldId="2147484190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64298161" sldId="214748419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64298161" sldId="2147484191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167023521" sldId="214748419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7023521" sldId="2147484192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275897922" sldId="214748419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75897922" sldId="2147484193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519091772" sldId="214748419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519091772" sldId="2147484194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281041432" sldId="214748419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281041432" sldId="2147484195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281041432" sldId="2147484195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281041432" sldId="2147484195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507201324" sldId="214748419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507201324" sldId="2147484196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06164949" sldId="214748419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06164949" sldId="2147484197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966291518" sldId="214748419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6291518" sldId="2147484198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22203161" sldId="214748419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22203161" sldId="2147484199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964271210" sldId="214748420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64271210" sldId="2147484201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362158827" sldId="214748420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2158827" sldId="2147484202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80506165" sldId="214748420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0506165" sldId="2147484203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13913432" sldId="214748420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13913432" sldId="2147484204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791964534" sldId="214748420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91964534" sldId="2147484205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282845652" sldId="214748420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82845652" sldId="2147484206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86143588" sldId="214748420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6143588" sldId="2147484207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6143588" sldId="2147484207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86143588" sldId="2147484207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018398907" sldId="214748420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18398907" sldId="2147484208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67049461" sldId="214748420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7049461" sldId="2147484209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31148883" sldId="214748421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31148883" sldId="2147484210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0164739" sldId="214748421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164739" sldId="2147484211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646778212" sldId="214748421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46778212" sldId="2147484213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125555954" sldId="214748421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25555954" sldId="2147484214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91618115" sldId="214748421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1618115" sldId="2147484215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876385240" sldId="214748421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876385240" sldId="2147484216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64201057" sldId="214748421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64201057" sldId="2147484217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89452011" sldId="214748421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89452011" sldId="2147484218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544994048" sldId="214748421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4994048" sldId="2147484219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4994048" sldId="2147484219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4994048" sldId="2147484219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136699936" sldId="214748422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36699936" sldId="2147484220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84771461" sldId="214748422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84771461" sldId="2147484221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348288341" sldId="214748422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48288341" sldId="2147484222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09814661" sldId="214748422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09814661" sldId="2147484223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570779516" sldId="214748422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70779516" sldId="2147484225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374587600" sldId="214748422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74587600" sldId="2147484226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53145373" sldId="214748422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53145373" sldId="2147484227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861560794" sldId="214748422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61560794" sldId="2147484228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36364650" sldId="214748422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6364650" sldId="2147484229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56909531" sldId="214748423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56909531" sldId="2147484230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79223563" sldId="214748423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79223563" sldId="2147484231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79223563" sldId="2147484231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79223563" sldId="2147484231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577349927" sldId="214748423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77349927" sldId="2147484232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42536177" sldId="214748423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42536177" sldId="2147484233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228941043" sldId="214748423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228941043" sldId="2147484234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9150979" sldId="214748423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9150979" sldId="2147484235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4138474031" sldId="214748423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38474031" sldId="2147484237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753475779" sldId="214748423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53475779" sldId="2147484238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165830920" sldId="214748423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165830920" sldId="2147484239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818938445" sldId="214748424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18938445" sldId="2147484240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124546101" sldId="214748424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24546101" sldId="2147484241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80030898" sldId="214748424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80030898" sldId="2147484242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73989072" sldId="214748424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73989072" sldId="2147484243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73989072" sldId="2147484243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73989072" sldId="2147484243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177055612" sldId="214748424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177055612" sldId="2147484244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15170327" sldId="214748424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15170327" sldId="2147484245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650490144" sldId="214748424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50490144" sldId="2147484246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694762432" sldId="214748424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694762432" sldId="2147484247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74847276" sldId="214748424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847276" sldId="2147484249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084300843" sldId="214748425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84300843" sldId="2147484250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157600840" sldId="214748425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57600840" sldId="2147484251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871380299" sldId="214748425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871380299" sldId="2147484252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949844873" sldId="214748425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949844873" sldId="2147484253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976828772" sldId="214748425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76828772" sldId="2147484254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904627828" sldId="214748425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04627828" sldId="2147484255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04627828" sldId="2147484255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04627828" sldId="2147484255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739318776" sldId="214748425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39318776" sldId="2147484256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437540115" sldId="214748425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37540115" sldId="2147484257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05211319" sldId="214748425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05211319" sldId="2147484258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91657189" sldId="214748425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91657189" sldId="2147484259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026424858" sldId="214748426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26424858" sldId="2147484261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889495552" sldId="214748426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89495552" sldId="2147484262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333390864" sldId="214748426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33390864" sldId="2147484263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010522698" sldId="214748426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010522698" sldId="2147484264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56447779" sldId="214748426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56447779" sldId="2147484265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58182116" sldId="214748426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58182116" sldId="2147484266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148935120" sldId="214748426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48935120" sldId="2147484267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48935120" sldId="2147484267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48935120" sldId="2147484267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665872368" sldId="214748426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65872368" sldId="2147484268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548802496" sldId="214748426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548802496" sldId="2147484269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68301938" sldId="214748427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68301938" sldId="2147484270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30783374" sldId="214748427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30783374" sldId="2147484271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85874424" sldId="214748427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5874424" sldId="2147484273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84179436" sldId="214748427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4179436" sldId="2147484274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53987997" sldId="214748427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53987997" sldId="2147484275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954811231" sldId="214748427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954811231" sldId="2147484276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208721236" sldId="214748427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208721236" sldId="2147484277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82076351" sldId="214748427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82076351" sldId="2147484278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41303903" sldId="214748427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41303903" sldId="2147484279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41303903" sldId="2147484279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41303903" sldId="2147484279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76116037" sldId="214748428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6116037" sldId="2147484280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9400230" sldId="214748428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400230" sldId="2147484281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714763335" sldId="214748428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714763335" sldId="2147484282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707154350" sldId="214748428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07154350" sldId="2147484283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4006628855" sldId="214748428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006628855" sldId="2147484285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174991650" sldId="214748428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74991650" sldId="2147484286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51244417" sldId="214748428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1244417" sldId="2147484287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305667413" sldId="214748428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05667413" sldId="2147484288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112801012" sldId="214748428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112801012" sldId="2147484289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876842218" sldId="214748429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76842218" sldId="2147484290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75689210" sldId="214748429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75689210" sldId="2147484291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75689210" sldId="2147484291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75689210" sldId="2147484291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536525081" sldId="214748429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536525081" sldId="2147484292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806203039" sldId="214748429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806203039" sldId="2147484293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056208042" sldId="214748429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056208042" sldId="2147484294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24620835" sldId="214748429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24620835" sldId="2147484295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986230455" sldId="214748429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986230455" sldId="2147484297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3447801692" sldId="214748429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447801692" sldId="2147484298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496773507" sldId="214748429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496773507" sldId="2147484299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69835706" sldId="214748430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35706" sldId="2147484300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10085146" sldId="214748430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10085146" sldId="2147484301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148358420" sldId="214748430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48358420" sldId="2147484302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990045803" sldId="214748430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0045803" sldId="2147484303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0045803" sldId="2147484303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990045803" sldId="2147484303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819057052" sldId="214748430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819057052" sldId="2147484304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52476770" sldId="214748430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2476770" sldId="2147484305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79495209" sldId="214748430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79495209" sldId="2147484306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73102986" sldId="214748430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73102986" sldId="2147484307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1355095070" sldId="214748430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355095070" sldId="2147484309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4T03:09:39.990" v="179"/>
          <pc:sldLayoutMkLst>
            <pc:docMk/>
            <pc:sldMasterMk cId="1842513946" sldId="2147484164"/>
            <pc:sldLayoutMk cId="2740133680" sldId="2147484310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740133680" sldId="2147484310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796361506" sldId="2147484311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796361506" sldId="2147484311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316584485" sldId="2147484312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316584485" sldId="2147484312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070804680" sldId="2147484313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070804680" sldId="2147484313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742463344" sldId="2147484314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742463344" sldId="2147484314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2661847051" sldId="2147484315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61847051" sldId="2147484315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61847051" sldId="2147484315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2661847051" sldId="2147484315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357679802" sldId="2147484316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357679802" sldId="2147484316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3602275898" sldId="2147484317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3602275898" sldId="2147484317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4126300481" sldId="2147484318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4126300481" sldId="2147484318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4T03:09:40.021" v="180"/>
          <pc:sldLayoutMkLst>
            <pc:docMk/>
            <pc:sldMasterMk cId="1842513946" sldId="2147484164"/>
            <pc:sldLayoutMk cId="1698821465" sldId="2147484319"/>
          </pc:sldLayoutMkLst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4T03:09:39.990" v="179"/>
            <ac:spMkLst>
              <pc:docMk/>
              <pc:sldMasterMk cId="1842513946" sldId="2147484164"/>
              <pc:sldLayoutMk cId="1698821465" sldId="2147484319"/>
              <ac:spMk id="6" creationId="{BDA06A84-6E45-487F-8876-E535A1762275}"/>
            </ac:spMkLst>
          </pc:spChg>
        </pc:sldLayoutChg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2563481719" sldId="2147484176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714140334" sldId="2147484188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061947695" sldId="2147484200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540933981" sldId="2147484212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008928458" sldId="2147484224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2514168816" sldId="2147484236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3607394489" sldId="2147484248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4069810179" sldId="2147484260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748737729" sldId="2147484272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2182173048" sldId="2147484284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577419127" sldId="2147484296"/>
        </pc:sldMasterMkLst>
      </pc:sldMasterChg>
      <pc:sldMasterChg chg="del sldLayoutOrd">
        <pc:chgData name="Erberson Pinheiro" userId="c7a5b9113d4dffce" providerId="LiveId" clId="{D768A21E-9D35-4B36-9BFE-D44E2A829648}" dt="2026-06-24T03:09:40.021" v="180"/>
        <pc:sldMasterMkLst>
          <pc:docMk/>
          <pc:sldMasterMk cId="1831441115" sldId="2147484308"/>
        </pc:sldMasterMkLst>
      </pc:sldMasterChg>
    </pc:docChg>
  </pc:docChgLst>
</pc:chgInfo>
</file>

<file path=ppt/slideLayouts/_rels/slideLayout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2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3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4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5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6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7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8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9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0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94796-8726-4AAE-AC5D-CE74D56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F62B1-B405-4453-81B3-BBF330A1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CE8557-F1EF-4916-8777-E641CF965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1F7E9A-08E9-4FEE-8E85-AEED6409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FCCC7A-AD0F-43C9-B27C-78C7AD99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73CF1A-48E1-4E34-99EC-87CB317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00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2B671-170F-4991-9B5D-B25A2C21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342B92-6224-4299-99C5-F6F238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86812-6064-4075-BA26-E6B5F019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940B02-7C13-4D7C-9DBC-B84812DF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959E3D-8EAC-4E85-A452-C92A674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24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BDF033-3FE5-40C7-858E-EE51CE08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8AE2F7-CE72-4C4F-846E-D0A37CA5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C2501-25D4-4C30-B841-62FC41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52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DC090-8FD0-4A1C-8DE9-804389A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3E21E-854B-43DE-93CF-BAE354EB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896D1-7525-4CFA-A6E7-50F54B5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C3688C-FE15-4776-93B6-C47D7E0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58081-001C-46AB-B235-24B9B68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10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693DF-F4A9-4F0B-AAE8-9E0E43844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0EAB38-44F5-42E5-87A8-AACEA2566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BFC15F-DC7A-4EB0-BEBB-1CC5B7B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DA521-F074-4898-BF7E-2CAD3A44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238AAE-AC7C-4D49-A82E-267E225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1760-F9E1-4B4B-BFF2-675C38B0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858EED-14C0-4F8F-8479-39E9141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B77C2B-DD04-491C-B47E-540FFFE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7E9D95-EFC1-446F-AACB-FE8BEFA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31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45F066-5B8A-48FC-9B33-AE0EE929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CECA87-69D0-4051-8163-CBA414B0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BDC7E5-655D-4405-AE2D-9A058DE7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67C9E1-79EE-4966-AE6F-17B93D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06A84-6E45-487F-8876-E535A1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96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CDB93-CB3F-4DAF-B711-F17924C4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269E05-AC51-4442-A14F-75299B2E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6C4388-9DC3-4C28-97A5-123DFCDBE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5FD78F-8BA2-4733-862C-1170792E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1718E3-43DC-402F-9711-0F1802C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BBF3EE-4D00-4255-A25D-731354E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F8C3D4-27B9-49A9-A47C-B24D3439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1A8264-3F7E-478B-B675-1DED67F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53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D172F-92AE-40A1-9E61-E06F0EB5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9D0A08-166D-4402-A266-32845CE6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A9E39-166E-4749-BA94-72E636A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FD5E80-1F9D-421B-B410-00F80A1E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F84E03-26E0-416C-8554-98855E69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45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E5FA6-1A81-4E5D-B022-5DF575A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273EF3-2F1A-4E1D-B2AD-76BA63C9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604B66-321E-477B-8FA8-543DB42E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53A07D-B979-4686-90B7-FFFA241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110214-47E3-48CC-B489-E89EFBCC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B8360E-5778-49AD-9DCA-5C0CA11F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5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B7C83-54D7-4A22-9E0C-BF0E58D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4ADACA-02F7-4530-B7E3-8DCF1B56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D1D262-F9E5-4229-9B2B-80CD7F6A8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AE3219-D351-4A13-8888-A25AFA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DDF6A5-A2E3-42EA-AC20-8628984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0E8ED9-0335-4E8E-B1F3-9FB730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25978"/>
      </p:ext>
    </p:extLst>
  </p:cSld>
  <p:clrMapOvr>
    <a:masterClrMapping/>
  </p:clrMapOvr>
</p:sldLayout>
</file>

<file path=ppt/slideMasters/_rels/slideMaster1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slideLayout" Target="../slideLayouts/slideLayout2.xml"/><ns0:Relationship Id="rId3" Type="http://schemas.openxmlformats.org/officeDocument/2006/relationships/slideLayout" Target="../slideLayouts/slideLayout3.xml"/><ns0:Relationship Id="rId4" Type="http://schemas.openxmlformats.org/officeDocument/2006/relationships/theme" Target="../theme/theme1.xml"/><ns0:Relationship Id="rId5" Type="http://schemas.openxmlformats.org/officeDocument/2006/relationships/slideLayout" Target="../slideLayouts/slideLayout4.xml"/><ns0:Relationship Id="rId6" Type="http://schemas.openxmlformats.org/officeDocument/2006/relationships/slideLayout" Target="../slideLayouts/slideLayout5.xml"/><ns0:Relationship Id="rId7" Type="http://schemas.openxmlformats.org/officeDocument/2006/relationships/slideLayout" Target="../slideLayouts/slideLayout6.xml"/><ns0:Relationship Id="rId8" Type="http://schemas.openxmlformats.org/officeDocument/2006/relationships/slideLayout" Target="../slideLayouts/slideLayout7.xml"/><ns0:Relationship Id="rId9" Type="http://schemas.openxmlformats.org/officeDocument/2006/relationships/slideLayout" Target="../slideLayouts/slideLayout8.xml"/><ns0:Relationship Id="rId10" Type="http://schemas.openxmlformats.org/officeDocument/2006/relationships/slideLayout" Target="../slideLayouts/slideLayout9.xml"/><ns0:Relationship Id="rId11" Type="http://schemas.openxmlformats.org/officeDocument/2006/relationships/slideLayout" Target="../slideLayouts/slideLayout10.xml"/><ns0:Relationship Id="rId12" Type="http://schemas.openxmlformats.org/officeDocument/2006/relationships/slideLayout" Target="../slideLayouts/slideLayout11.xml"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8935E9-951F-47C4-9BDF-95A3A88D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93D208-98C1-477F-BDD7-9590CAAB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E2E00F-9981-497B-A0C6-B0EC7B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A7C9-E623-47E9-BF8C-18B1142F2EF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BEC5A9-48D3-46DC-ADC1-F9058E7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E123F4-5E0B-4BC7-B58C-07337D3A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24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6"/>
    <p:sldLayoutId id="2147483998" r:id="rId5"/>
    <p:sldLayoutId id="2147483999" r:id="rId2"/>
    <p:sldLayoutId id="2147484000" r:id="rId11"/>
    <p:sldLayoutId id="2147484001" r:id="rId9"/>
    <p:sldLayoutId id="2147484002" r:id="rId7"/>
    <p:sldLayoutId id="2147484003" r:id="rId3"/>
    <p:sldLayoutId id="2147484004" r:id="rId1"/>
    <p:sldLayoutId id="2147484005" r:id="rId12"/>
    <p:sldLayoutId id="2147484006" r:id="rId10"/>
    <p:sldLayoutId id="214748400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1" Type="http://schemas.openxmlformats.org/officeDocument/2006/relationships/hyperlink" Target="http://www.ebdemfoco.com/" TargetMode="External"/><ns0:Relationship Id="rId2" Type="http://schemas.openxmlformats.org/officeDocument/2006/relationships/slideLayout" Target="../slideLayouts/slideLayout5.xml"/><ns0:Relationship Id="rId3" Type="http://schemas.openxmlformats.org/officeDocument/2006/relationships/image" Target="../media/image1_HEAD_1.jpeg"/></ns0:Relationships>
</file>

<file path=ppt/slides/_rels/slide2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2_HEAD_2.jpg"/><ns0:Relationship Id="rId2" Type="http://schemas.openxmlformats.org/officeDocument/2006/relationships/slideLayout" Target="../slideLayouts/slideLayout4.xml"/></ns0:Relationships>
</file>

<file path=ppt/slides/_rels/slide3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3_HEAD_3.jpeg"/><ns0:Relationship Id="rId2" Type="http://schemas.openxmlformats.org/officeDocument/2006/relationships/slideLayout" Target="../slideLayouts/slideLayout3.xml"/></ns0:Relationships>
</file>

<file path=ppt/slides/_rels/slide4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4_HEAD_4.png"/><ns0:Relationship Id="rId2" Type="http://schemas.openxmlformats.org/officeDocument/2006/relationships/slideLayout" Target="../slideLayouts/slideLayout3.xml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ACACA-B16F-B708-2BC6-0DF363E8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aixaDeTexto 45">
            <a:extLst>
              <a:ext uri="{FF2B5EF4-FFF2-40B4-BE49-F238E27FC236}">
                <a16:creationId xmlns:a16="http://schemas.microsoft.com/office/drawing/2014/main" id="{DB756375-8EA5-0390-881B-81B02AB06230}"/>
              </a:ext>
            </a:extLst>
          </p:cNvPr>
          <p:cNvSpPr txBox="1"/>
          <p:nvPr/>
        </p:nvSpPr>
        <p:spPr>
          <a:xfrm>
            <a:off x="869826" y="60213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www.ebdemfoco.com</a:t>
            </a:r>
            <a:endParaRPr kumimoji="0" lang="pt-BR" sz="2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54F178-A140-305F-B207-F5AD1E4A5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2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9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DC7B19-8EEE-21C2-6C2F-AF2DEE6219FB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9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E7D5DDF5-4FE0-958D-D141-61BD1D1D7A7C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15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880F33B-8F10-40EB-86BB-A1E5A232767D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399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244E3A0-A26D-481D-8CB1-1BAEB75D2899}"/>
  <p:tag name="ISPRING_RESOURCE_FOLDER" val="C:\Users\Erberson\OneDrive\1-EBD em Foco\Lições Bíblicas\2º trimestre de 2016\Lição 1\A_Epistola_aos_Romanos\"/>
  <p:tag name="ISPRING_PRESENTATION_PATH" val="C:\Users\Erberson\OneDrive\1-EBD em Foco\Lições Bíblicas\2º trimestre de 2016\Lição 1\A_Epistola_aos_Romanos.pptx"/>
  <p:tag name="ISPRING_PROJECT_FOLDER_UPDATED" val="1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23050</TotalTime>
  <Words>2012</Words>
  <Application>Microsoft Office PowerPoint</Application>
  <PresentationFormat>Widescreen</PresentationFormat>
  <Paragraphs>168</Paragraphs>
  <Slides>106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106</vt:i4>
      </vt:variant>
    </vt:vector>
  </HeadingPairs>
  <TitlesOfParts>
    <vt:vector size="114" baseType="lpstr">
      <vt:lpstr>Arial</vt:lpstr>
      <vt:lpstr>Bernard MT Condensed</vt:lpstr>
      <vt:lpstr>Calibri</vt:lpstr>
      <vt:lpstr>Calibri Light</vt:lpstr>
      <vt:lpstr>Georgia</vt:lpstr>
      <vt:lpstr>Poppins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CARACTERÍSTICAS DE UMA IDEOLOGIA</vt:lpstr>
      <vt:lpstr>II. IMPACTO SOBRE A FÉ CRISTÃ</vt:lpstr>
      <vt:lpstr>III. DEFESA DA VERDADE BÍBLICA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FUNDAMENTOS DO MATERIALISMO HISTÓRICO</vt:lpstr>
      <vt:lpstr>II. VISÃO BÍBLICA DA HISTÓRIA E DO SER HUMANO</vt:lpstr>
      <vt:lpstr>III. CONSEQUÊNCIAS PRÁTICAS E ESPIRITUAIS DESTA TEORIA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O CONCEITO E A NATUREZA DO RELATIVISMO MORAL</vt:lpstr>
      <vt:lpstr>II. PERSPECTIVA BÍBLICA SOBRE A MORAL</vt:lpstr>
      <vt:lpstr>III. O IMPACTO DO RELATIVISMO NA SOCIEDADE E NA IGREJA</vt:lpstr>
      <vt:lpstr>Apresentação do PowerPoint</vt:lpstr>
      <vt:lpstr> INTRODUÇÃO</vt:lpstr>
      <vt:lpstr>Apresentação do PowerPoint</vt:lpstr>
      <vt:lpstr>Apresentação do PowerPoint</vt:lpstr>
      <vt:lpstr>I. CONCEITOS DA IDEOLOGIA DE GÊNERO</vt:lpstr>
      <vt:lpstr>II. O QUE A BÍBLIA ENSINA SOBRE GÊNERO E IDENTIDADE SEXUAL</vt:lpstr>
      <vt:lpstr>III. A RESPOSTA DA IGREJA À IDEOLOGIA DE GÊNERO</vt:lpstr>
      <vt:lpstr>Apresentação do PowerPoint</vt:lpstr>
      <vt:lpstr> INTRODUÇÃO</vt:lpstr>
      <vt:lpstr>Apresentação do PowerPoint</vt:lpstr>
      <vt:lpstr>I. PRINCIPAIS CARACTERÍSTICAS DA TEOLOGIA PROGRESSISTA</vt:lpstr>
      <vt:lpstr>II. VISÃO BÍBLICA SOBRE A VERDADE</vt:lpstr>
      <vt:lpstr>III. CONSEQUÊNCIAS PARA A FÉ CRISTÃ E A IGREJA</vt:lpstr>
      <vt:lpstr>Apresentação do PowerPoint</vt:lpstr>
      <vt:lpstr> INTRODUÇÃO</vt:lpstr>
      <vt:lpstr>Apresentação do PowerPoint</vt:lpstr>
      <vt:lpstr>Apresentação do PowerPoint</vt:lpstr>
      <vt:lpstr>I. PRINCÍPIOS DO HUMANISMO</vt:lpstr>
      <vt:lpstr>II. VISÃO CRISTÃ DO SER HUMANO</vt:lpstr>
      <vt:lpstr>III. CONSEQUÊNCIAS DO HUMANISMO</vt:lpstr>
      <vt:lpstr>Apresentação do PowerPoint</vt:lpstr>
      <vt:lpstr> INTRODUÇÃO</vt:lpstr>
      <vt:lpstr>Apresentação do PowerPoint</vt:lpstr>
      <vt:lpstr>Apresentação do PowerPoint</vt:lpstr>
      <vt:lpstr>I. PRINCÍPIOS DA TEORIA DARWINIANA</vt:lpstr>
      <vt:lpstr>II. VISÃO BÍBLICA DA CRIAÇÃO</vt:lpstr>
      <vt:lpstr>III. DEBATE E CONSEQUÊNCIAS</vt:lpstr>
      <vt:lpstr>Apresentação do PowerPoint</vt:lpstr>
      <vt:lpstr> INTRODUÇÃO</vt:lpstr>
      <vt:lpstr>Apresentação do PowerPoint</vt:lpstr>
      <vt:lpstr>Apresentação do PowerPoint</vt:lpstr>
      <vt:lpstr>I. FUNDAMENTOS DO PRAGMATISMO</vt:lpstr>
      <vt:lpstr>II. PERSPECTIVA BÍBLICA</vt:lpstr>
      <vt:lpstr>III. IMPLICAÇÕES PARA A IGREJA</vt:lpstr>
      <vt:lpstr>Apresentação do PowerPoint</vt:lpstr>
      <vt:lpstr> INTRODUÇÃO</vt:lpstr>
      <vt:lpstr>Apresentação do PowerPoint</vt:lpstr>
      <vt:lpstr>Apresentação do PowerPoint</vt:lpstr>
      <vt:lpstr>I. MOTIVAÇÕES DO ATEÍSMO</vt:lpstr>
      <vt:lpstr>II. RESPOSTA BÍBLICA AO ATEÍSMO</vt:lpstr>
      <vt:lpstr>III. CONSEQUÊNCIAS ESPIRITUAIS E MORAIS DO ATEÍSMO</vt:lpstr>
      <vt:lpstr>Apresentação do PowerPoint</vt:lpstr>
      <vt:lpstr> INTRODUÇÃO</vt:lpstr>
      <vt:lpstr>Apresentação do PowerPoint</vt:lpstr>
      <vt:lpstr>Apresentação do PowerPoint</vt:lpstr>
      <vt:lpstr>I. ORIGENS DO DEÍSMO</vt:lpstr>
      <vt:lpstr>II. VISÃO BÍBLICA DE DEUS</vt:lpstr>
      <vt:lpstr>III. IMPLICAÇÕES PARA A FÉ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PRINCIPAIS ENSINOS</vt:lpstr>
      <vt:lpstr>II. VISÃO BÍBLICA DA BÊNÇÃO</vt:lpstr>
      <vt:lpstr>III. EFEITOS PRÁTICOS E ESPIRITUAIS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I. A SIMONIA E SUAS MANIFESTAÇÕES NA IGREJA CONTEMPORÂNEA</vt:lpstr>
      <vt:lpstr>II. OS ARTIFÍCIOS DOS TRIUNFALISTAS: SINAIS E SINTOMAS</vt:lpstr>
      <vt:lpstr>III. REFUTANDO O TRIUNFALISMO</vt:lpstr>
      <vt:lpstr>Apresentação do PowerPoint</vt:lpstr>
      <vt:lpstr> INTRODUÇÃO</vt:lpstr>
      <vt:lpstr>Apresentação do PowerPoint</vt:lpstr>
      <vt:lpstr>Apresentação do PowerPoint</vt:lpstr>
      <vt:lpstr>I. NECESSIDADE DE DISCERNIMENTO</vt:lpstr>
      <vt:lpstr>II. FONTES DO DISCERNIMENTO</vt:lpstr>
      <vt:lpstr>III. PRATICANDO O DISCERNIMENTO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Erberson Pinheiro</dc:creator>
  <cp:lastModifiedBy>Erberson Pinheiro</cp:lastModifiedBy>
  <cp:revision>1180</cp:revision>
  <dcterms:created xsi:type="dcterms:W3CDTF">2016-03-25T20:11:02Z</dcterms:created>
  <dcterms:modified xsi:type="dcterms:W3CDTF">2026-06-24T03:19:32Z</dcterms:modified>
</cp:coreProperties>
</file>